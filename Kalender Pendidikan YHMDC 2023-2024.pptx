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8" r:id="rId2"/>
    <p:sldId id="280" r:id="rId3"/>
    <p:sldId id="286" r:id="rId4"/>
    <p:sldId id="287" r:id="rId5"/>
    <p:sldId id="288" r:id="rId6"/>
    <p:sldId id="281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B1DFD5"/>
    <a:srgbClr val="7CECEC"/>
    <a:srgbClr val="94CED4"/>
    <a:srgbClr val="ECF2FC"/>
    <a:srgbClr val="66FFFF"/>
    <a:srgbClr val="BCFAFC"/>
    <a:srgbClr val="D7E5F9"/>
    <a:srgbClr val="A6A6A6"/>
    <a:srgbClr val="99C3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1DA45B-0AC7-4E1C-92A0-C4A2D0FD338C}" v="197" dt="2023-07-25T08:08:40.278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294" autoAdjust="0"/>
  </p:normalViewPr>
  <p:slideViewPr>
    <p:cSldViewPr snapToGrid="0">
      <p:cViewPr varScale="1">
        <p:scale>
          <a:sx n="63" d="100"/>
          <a:sy n="63" d="100"/>
        </p:scale>
        <p:origin x="732" y="6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2808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MAT NURDIANTO (CRGL-THIRDPARTY.COM)" userId="00296497-ae00-4e46-acc0-c28dfadde543" providerId="ADAL" clId="{8E1DA45B-0AC7-4E1C-92A0-C4A2D0FD338C}"/>
    <pc:docChg chg="undo redo custSel addSld delSld modSld delMainMaster">
      <pc:chgData name="ROHMAT NURDIANTO (CRGL-THIRDPARTY.COM)" userId="00296497-ae00-4e46-acc0-c28dfadde543" providerId="ADAL" clId="{8E1DA45B-0AC7-4E1C-92A0-C4A2D0FD338C}" dt="2023-07-25T08:08:40.278" v="2340" actId="572"/>
      <pc:docMkLst>
        <pc:docMk/>
      </pc:docMkLst>
      <pc:sldChg chg="del">
        <pc:chgData name="ROHMAT NURDIANTO (CRGL-THIRDPARTY.COM)" userId="00296497-ae00-4e46-acc0-c28dfadde543" providerId="ADAL" clId="{8E1DA45B-0AC7-4E1C-92A0-C4A2D0FD338C}" dt="2023-07-18T08:56:44.452" v="2008" actId="47"/>
        <pc:sldMkLst>
          <pc:docMk/>
          <pc:sldMk cId="3062702591" sldId="257"/>
        </pc:sldMkLst>
      </pc:sldChg>
      <pc:sldChg chg="addSp modSp mod modTransition modClrScheme chgLayout">
        <pc:chgData name="ROHMAT NURDIANTO (CRGL-THIRDPARTY.COM)" userId="00296497-ae00-4e46-acc0-c28dfadde543" providerId="ADAL" clId="{8E1DA45B-0AC7-4E1C-92A0-C4A2D0FD338C}" dt="2023-07-21T01:53:53.301" v="2191" actId="732"/>
        <pc:sldMkLst>
          <pc:docMk/>
          <pc:sldMk cId="4261546900" sldId="258"/>
        </pc:sldMkLst>
        <pc:spChg chg="mod ord">
          <ac:chgData name="ROHMAT NURDIANTO (CRGL-THIRDPARTY.COM)" userId="00296497-ae00-4e46-acc0-c28dfadde543" providerId="ADAL" clId="{8E1DA45B-0AC7-4E1C-92A0-C4A2D0FD338C}" dt="2023-07-21T01:51:49.415" v="2183" actId="700"/>
          <ac:spMkLst>
            <pc:docMk/>
            <pc:sldMk cId="4261546900" sldId="258"/>
            <ac:spMk id="2" creationId="{00000000-0000-0000-0000-000000000000}"/>
          </ac:spMkLst>
        </pc:spChg>
        <pc:spChg chg="mod ord">
          <ac:chgData name="ROHMAT NURDIANTO (CRGL-THIRDPARTY.COM)" userId="00296497-ae00-4e46-acc0-c28dfadde543" providerId="ADAL" clId="{8E1DA45B-0AC7-4E1C-92A0-C4A2D0FD338C}" dt="2023-07-21T01:51:49.415" v="2183" actId="700"/>
          <ac:spMkLst>
            <pc:docMk/>
            <pc:sldMk cId="4261546900" sldId="258"/>
            <ac:spMk id="3" creationId="{00000000-0000-0000-0000-000000000000}"/>
          </ac:spMkLst>
        </pc:spChg>
        <pc:picChg chg="add mod">
          <ac:chgData name="ROHMAT NURDIANTO (CRGL-THIRDPARTY.COM)" userId="00296497-ae00-4e46-acc0-c28dfadde543" providerId="ADAL" clId="{8E1DA45B-0AC7-4E1C-92A0-C4A2D0FD338C}" dt="2023-07-21T01:52:19.879" v="2184" actId="1076"/>
          <ac:picMkLst>
            <pc:docMk/>
            <pc:sldMk cId="4261546900" sldId="258"/>
            <ac:picMk id="5" creationId="{19DBDD8D-46B8-10B2-51AE-D17B2C12AC9A}"/>
          </ac:picMkLst>
        </pc:picChg>
        <pc:picChg chg="add mod modCrop">
          <ac:chgData name="ROHMAT NURDIANTO (CRGL-THIRDPARTY.COM)" userId="00296497-ae00-4e46-acc0-c28dfadde543" providerId="ADAL" clId="{8E1DA45B-0AC7-4E1C-92A0-C4A2D0FD338C}" dt="2023-07-21T01:53:53.301" v="2191" actId="732"/>
          <ac:picMkLst>
            <pc:docMk/>
            <pc:sldMk cId="4261546900" sldId="258"/>
            <ac:picMk id="6" creationId="{490C3125-E9B4-95AC-8A99-970308BFCF3F}"/>
          </ac:picMkLst>
        </pc:picChg>
      </pc:sldChg>
      <pc:sldChg chg="del">
        <pc:chgData name="ROHMAT NURDIANTO (CRGL-THIRDPARTY.COM)" userId="00296497-ae00-4e46-acc0-c28dfadde543" providerId="ADAL" clId="{8E1DA45B-0AC7-4E1C-92A0-C4A2D0FD338C}" dt="2023-07-18T08:56:44.452" v="2008" actId="47"/>
        <pc:sldMkLst>
          <pc:docMk/>
          <pc:sldMk cId="3914925470" sldId="259"/>
        </pc:sldMkLst>
      </pc:sldChg>
      <pc:sldChg chg="del">
        <pc:chgData name="ROHMAT NURDIANTO (CRGL-THIRDPARTY.COM)" userId="00296497-ae00-4e46-acc0-c28dfadde543" providerId="ADAL" clId="{8E1DA45B-0AC7-4E1C-92A0-C4A2D0FD338C}" dt="2023-07-18T08:56:44.452" v="2008" actId="47"/>
        <pc:sldMkLst>
          <pc:docMk/>
          <pc:sldMk cId="1394059936" sldId="260"/>
        </pc:sldMkLst>
      </pc:sldChg>
      <pc:sldChg chg="del">
        <pc:chgData name="ROHMAT NURDIANTO (CRGL-THIRDPARTY.COM)" userId="00296497-ae00-4e46-acc0-c28dfadde543" providerId="ADAL" clId="{8E1DA45B-0AC7-4E1C-92A0-C4A2D0FD338C}" dt="2023-07-18T08:56:44.452" v="2008" actId="47"/>
        <pc:sldMkLst>
          <pc:docMk/>
          <pc:sldMk cId="1629010383" sldId="261"/>
        </pc:sldMkLst>
      </pc:sldChg>
      <pc:sldChg chg="del">
        <pc:chgData name="ROHMAT NURDIANTO (CRGL-THIRDPARTY.COM)" userId="00296497-ae00-4e46-acc0-c28dfadde543" providerId="ADAL" clId="{8E1DA45B-0AC7-4E1C-92A0-C4A2D0FD338C}" dt="2023-07-18T08:56:44.452" v="2008" actId="47"/>
        <pc:sldMkLst>
          <pc:docMk/>
          <pc:sldMk cId="280394054" sldId="265"/>
        </pc:sldMkLst>
      </pc:sldChg>
      <pc:sldChg chg="del">
        <pc:chgData name="ROHMAT NURDIANTO (CRGL-THIRDPARTY.COM)" userId="00296497-ae00-4e46-acc0-c28dfadde543" providerId="ADAL" clId="{8E1DA45B-0AC7-4E1C-92A0-C4A2D0FD338C}" dt="2023-07-18T08:56:44.452" v="2008" actId="47"/>
        <pc:sldMkLst>
          <pc:docMk/>
          <pc:sldMk cId="596301356" sldId="266"/>
        </pc:sldMkLst>
      </pc:sldChg>
      <pc:sldChg chg="del">
        <pc:chgData name="ROHMAT NURDIANTO (CRGL-THIRDPARTY.COM)" userId="00296497-ae00-4e46-acc0-c28dfadde543" providerId="ADAL" clId="{8E1DA45B-0AC7-4E1C-92A0-C4A2D0FD338C}" dt="2023-07-18T08:56:44.452" v="2008" actId="47"/>
        <pc:sldMkLst>
          <pc:docMk/>
          <pc:sldMk cId="1200404835" sldId="267"/>
        </pc:sldMkLst>
      </pc:sldChg>
      <pc:sldChg chg="del">
        <pc:chgData name="ROHMAT NURDIANTO (CRGL-THIRDPARTY.COM)" userId="00296497-ae00-4e46-acc0-c28dfadde543" providerId="ADAL" clId="{8E1DA45B-0AC7-4E1C-92A0-C4A2D0FD338C}" dt="2023-07-18T08:56:44.452" v="2008" actId="47"/>
        <pc:sldMkLst>
          <pc:docMk/>
          <pc:sldMk cId="2836513873" sldId="268"/>
        </pc:sldMkLst>
      </pc:sldChg>
      <pc:sldChg chg="del">
        <pc:chgData name="ROHMAT NURDIANTO (CRGL-THIRDPARTY.COM)" userId="00296497-ae00-4e46-acc0-c28dfadde543" providerId="ADAL" clId="{8E1DA45B-0AC7-4E1C-92A0-C4A2D0FD338C}" dt="2023-07-18T08:56:44.452" v="2008" actId="47"/>
        <pc:sldMkLst>
          <pc:docMk/>
          <pc:sldMk cId="3642677155" sldId="270"/>
        </pc:sldMkLst>
      </pc:sldChg>
      <pc:sldChg chg="del">
        <pc:chgData name="ROHMAT NURDIANTO (CRGL-THIRDPARTY.COM)" userId="00296497-ae00-4e46-acc0-c28dfadde543" providerId="ADAL" clId="{8E1DA45B-0AC7-4E1C-92A0-C4A2D0FD338C}" dt="2023-07-18T08:56:44.452" v="2008" actId="47"/>
        <pc:sldMkLst>
          <pc:docMk/>
          <pc:sldMk cId="541848063" sldId="271"/>
        </pc:sldMkLst>
      </pc:sldChg>
      <pc:sldChg chg="del">
        <pc:chgData name="ROHMAT NURDIANTO (CRGL-THIRDPARTY.COM)" userId="00296497-ae00-4e46-acc0-c28dfadde543" providerId="ADAL" clId="{8E1DA45B-0AC7-4E1C-92A0-C4A2D0FD338C}" dt="2023-07-18T08:56:44.452" v="2008" actId="47"/>
        <pc:sldMkLst>
          <pc:docMk/>
          <pc:sldMk cId="3381462209" sldId="272"/>
        </pc:sldMkLst>
      </pc:sldChg>
      <pc:sldChg chg="delSp modSp mod modTransition">
        <pc:chgData name="ROHMAT NURDIANTO (CRGL-THIRDPARTY.COM)" userId="00296497-ae00-4e46-acc0-c28dfadde543" providerId="ADAL" clId="{8E1DA45B-0AC7-4E1C-92A0-C4A2D0FD338C}" dt="2023-07-21T01:56:33.025" v="2266" actId="478"/>
        <pc:sldMkLst>
          <pc:docMk/>
          <pc:sldMk cId="1332294091" sldId="280"/>
        </pc:sldMkLst>
        <pc:spChg chg="del">
          <ac:chgData name="ROHMAT NURDIANTO (CRGL-THIRDPARTY.COM)" userId="00296497-ae00-4e46-acc0-c28dfadde543" providerId="ADAL" clId="{8E1DA45B-0AC7-4E1C-92A0-C4A2D0FD338C}" dt="2023-07-21T01:56:33.025" v="2266" actId="478"/>
          <ac:spMkLst>
            <pc:docMk/>
            <pc:sldMk cId="1332294091" sldId="280"/>
            <ac:spMk id="4" creationId="{00000000-0000-0000-0000-000000000000}"/>
          </ac:spMkLst>
        </pc:spChg>
        <pc:spChg chg="mod">
          <ac:chgData name="ROHMAT NURDIANTO (CRGL-THIRDPARTY.COM)" userId="00296497-ae00-4e46-acc0-c28dfadde543" providerId="ADAL" clId="{8E1DA45B-0AC7-4E1C-92A0-C4A2D0FD338C}" dt="2023-07-21T01:56:25.963" v="2265"/>
          <ac:spMkLst>
            <pc:docMk/>
            <pc:sldMk cId="1332294091" sldId="280"/>
            <ac:spMk id="5" creationId="{00000000-0000-0000-0000-000000000000}"/>
          </ac:spMkLst>
        </pc:spChg>
        <pc:graphicFrameChg chg="mod modGraphic">
          <ac:chgData name="ROHMAT NURDIANTO (CRGL-THIRDPARTY.COM)" userId="00296497-ae00-4e46-acc0-c28dfadde543" providerId="ADAL" clId="{8E1DA45B-0AC7-4E1C-92A0-C4A2D0FD338C}" dt="2023-07-18T07:56:47.242" v="1668" actId="14100"/>
          <ac:graphicFrameMkLst>
            <pc:docMk/>
            <pc:sldMk cId="1332294091" sldId="280"/>
            <ac:graphicFrameMk id="9" creationId="{9CC4F980-EAFF-6FC5-0297-65548F7FE457}"/>
          </ac:graphicFrameMkLst>
        </pc:graphicFrameChg>
      </pc:sldChg>
      <pc:sldChg chg="delSp modSp mod modTransition">
        <pc:chgData name="ROHMAT NURDIANTO (CRGL-THIRDPARTY.COM)" userId="00296497-ae00-4e46-acc0-c28dfadde543" providerId="ADAL" clId="{8E1DA45B-0AC7-4E1C-92A0-C4A2D0FD338C}" dt="2023-07-21T01:56:49.242" v="2270" actId="478"/>
        <pc:sldMkLst>
          <pc:docMk/>
          <pc:sldMk cId="109062006" sldId="281"/>
        </pc:sldMkLst>
        <pc:spChg chg="del">
          <ac:chgData name="ROHMAT NURDIANTO (CRGL-THIRDPARTY.COM)" userId="00296497-ae00-4e46-acc0-c28dfadde543" providerId="ADAL" clId="{8E1DA45B-0AC7-4E1C-92A0-C4A2D0FD338C}" dt="2023-07-21T01:56:49.242" v="2270" actId="478"/>
          <ac:spMkLst>
            <pc:docMk/>
            <pc:sldMk cId="109062006" sldId="281"/>
            <ac:spMk id="3" creationId="{00000000-0000-0000-0000-000000000000}"/>
          </ac:spMkLst>
        </pc:spChg>
        <pc:spChg chg="mod">
          <ac:chgData name="ROHMAT NURDIANTO (CRGL-THIRDPARTY.COM)" userId="00296497-ae00-4e46-acc0-c28dfadde543" providerId="ADAL" clId="{8E1DA45B-0AC7-4E1C-92A0-C4A2D0FD338C}" dt="2023-07-21T01:56:08.584" v="2261"/>
          <ac:spMkLst>
            <pc:docMk/>
            <pc:sldMk cId="109062006" sldId="281"/>
            <ac:spMk id="4" creationId="{00000000-0000-0000-0000-000000000000}"/>
          </ac:spMkLst>
        </pc:spChg>
        <pc:spChg chg="mod">
          <ac:chgData name="ROHMAT NURDIANTO (CRGL-THIRDPARTY.COM)" userId="00296497-ae00-4e46-acc0-c28dfadde543" providerId="ADAL" clId="{8E1DA45B-0AC7-4E1C-92A0-C4A2D0FD338C}" dt="2023-07-17T03:31:39.730" v="10" actId="20577"/>
          <ac:spMkLst>
            <pc:docMk/>
            <pc:sldMk cId="109062006" sldId="281"/>
            <ac:spMk id="5" creationId="{D5D7E052-91C5-1C09-B295-93975B3145FA}"/>
          </ac:spMkLst>
        </pc:spChg>
        <pc:graphicFrameChg chg="mod modGraphic">
          <ac:chgData name="ROHMAT NURDIANTO (CRGL-THIRDPARTY.COM)" userId="00296497-ae00-4e46-acc0-c28dfadde543" providerId="ADAL" clId="{8E1DA45B-0AC7-4E1C-92A0-C4A2D0FD338C}" dt="2023-07-20T08:09:58.408" v="2182" actId="255"/>
          <ac:graphicFrameMkLst>
            <pc:docMk/>
            <pc:sldMk cId="109062006" sldId="281"/>
            <ac:graphicFrameMk id="6" creationId="{F269576F-E137-5A6D-BA1B-433965E9956D}"/>
          </ac:graphicFrameMkLst>
        </pc:graphicFrameChg>
      </pc:sldChg>
      <pc:sldChg chg="del">
        <pc:chgData name="ROHMAT NURDIANTO (CRGL-THIRDPARTY.COM)" userId="00296497-ae00-4e46-acc0-c28dfadde543" providerId="ADAL" clId="{8E1DA45B-0AC7-4E1C-92A0-C4A2D0FD338C}" dt="2023-07-18T08:56:44.452" v="2008" actId="47"/>
        <pc:sldMkLst>
          <pc:docMk/>
          <pc:sldMk cId="215244059" sldId="284"/>
        </pc:sldMkLst>
      </pc:sldChg>
      <pc:sldChg chg="del">
        <pc:chgData name="ROHMAT NURDIANTO (CRGL-THIRDPARTY.COM)" userId="00296497-ae00-4e46-acc0-c28dfadde543" providerId="ADAL" clId="{8E1DA45B-0AC7-4E1C-92A0-C4A2D0FD338C}" dt="2023-07-18T08:56:44.452" v="2008" actId="47"/>
        <pc:sldMkLst>
          <pc:docMk/>
          <pc:sldMk cId="830344964" sldId="285"/>
        </pc:sldMkLst>
      </pc:sldChg>
      <pc:sldChg chg="delSp modSp mod modTransition">
        <pc:chgData name="ROHMAT NURDIANTO (CRGL-THIRDPARTY.COM)" userId="00296497-ae00-4e46-acc0-c28dfadde543" providerId="ADAL" clId="{8E1DA45B-0AC7-4E1C-92A0-C4A2D0FD338C}" dt="2023-07-21T01:56:36.886" v="2267" actId="478"/>
        <pc:sldMkLst>
          <pc:docMk/>
          <pc:sldMk cId="3490867363" sldId="286"/>
        </pc:sldMkLst>
        <pc:spChg chg="del">
          <ac:chgData name="ROHMAT NURDIANTO (CRGL-THIRDPARTY.COM)" userId="00296497-ae00-4e46-acc0-c28dfadde543" providerId="ADAL" clId="{8E1DA45B-0AC7-4E1C-92A0-C4A2D0FD338C}" dt="2023-07-21T01:56:36.886" v="2267" actId="478"/>
          <ac:spMkLst>
            <pc:docMk/>
            <pc:sldMk cId="3490867363" sldId="286"/>
            <ac:spMk id="4" creationId="{00000000-0000-0000-0000-000000000000}"/>
          </ac:spMkLst>
        </pc:spChg>
        <pc:spChg chg="mod">
          <ac:chgData name="ROHMAT NURDIANTO (CRGL-THIRDPARTY.COM)" userId="00296497-ae00-4e46-acc0-c28dfadde543" providerId="ADAL" clId="{8E1DA45B-0AC7-4E1C-92A0-C4A2D0FD338C}" dt="2023-07-21T01:56:21.483" v="2264"/>
          <ac:spMkLst>
            <pc:docMk/>
            <pc:sldMk cId="3490867363" sldId="286"/>
            <ac:spMk id="5" creationId="{00000000-0000-0000-0000-000000000000}"/>
          </ac:spMkLst>
        </pc:spChg>
        <pc:graphicFrameChg chg="mod modGraphic">
          <ac:chgData name="ROHMAT NURDIANTO (CRGL-THIRDPARTY.COM)" userId="00296497-ae00-4e46-acc0-c28dfadde543" providerId="ADAL" clId="{8E1DA45B-0AC7-4E1C-92A0-C4A2D0FD338C}" dt="2023-07-20T07:24:19.330" v="2146" actId="14734"/>
          <ac:graphicFrameMkLst>
            <pc:docMk/>
            <pc:sldMk cId="3490867363" sldId="286"/>
            <ac:graphicFrameMk id="6" creationId="{9EB3660E-694F-F6AB-E3E1-484116216CD4}"/>
          </ac:graphicFrameMkLst>
        </pc:graphicFrameChg>
      </pc:sldChg>
      <pc:sldChg chg="delSp modSp mod modTransition">
        <pc:chgData name="ROHMAT NURDIANTO (CRGL-THIRDPARTY.COM)" userId="00296497-ae00-4e46-acc0-c28dfadde543" providerId="ADAL" clId="{8E1DA45B-0AC7-4E1C-92A0-C4A2D0FD338C}" dt="2023-07-21T01:56:41.041" v="2268" actId="478"/>
        <pc:sldMkLst>
          <pc:docMk/>
          <pc:sldMk cId="1383021054" sldId="287"/>
        </pc:sldMkLst>
        <pc:spChg chg="del">
          <ac:chgData name="ROHMAT NURDIANTO (CRGL-THIRDPARTY.COM)" userId="00296497-ae00-4e46-acc0-c28dfadde543" providerId="ADAL" clId="{8E1DA45B-0AC7-4E1C-92A0-C4A2D0FD338C}" dt="2023-07-21T01:56:41.041" v="2268" actId="478"/>
          <ac:spMkLst>
            <pc:docMk/>
            <pc:sldMk cId="1383021054" sldId="287"/>
            <ac:spMk id="4" creationId="{00000000-0000-0000-0000-000000000000}"/>
          </ac:spMkLst>
        </pc:spChg>
        <pc:spChg chg="mod">
          <ac:chgData name="ROHMAT NURDIANTO (CRGL-THIRDPARTY.COM)" userId="00296497-ae00-4e46-acc0-c28dfadde543" providerId="ADAL" clId="{8E1DA45B-0AC7-4E1C-92A0-C4A2D0FD338C}" dt="2023-07-21T01:56:18.363" v="2263"/>
          <ac:spMkLst>
            <pc:docMk/>
            <pc:sldMk cId="1383021054" sldId="287"/>
            <ac:spMk id="5" creationId="{00000000-0000-0000-0000-000000000000}"/>
          </ac:spMkLst>
        </pc:spChg>
        <pc:graphicFrameChg chg="mod modGraphic">
          <ac:chgData name="ROHMAT NURDIANTO (CRGL-THIRDPARTY.COM)" userId="00296497-ae00-4e46-acc0-c28dfadde543" providerId="ADAL" clId="{8E1DA45B-0AC7-4E1C-92A0-C4A2D0FD338C}" dt="2023-07-18T08:58:55.844" v="2012" actId="20577"/>
          <ac:graphicFrameMkLst>
            <pc:docMk/>
            <pc:sldMk cId="1383021054" sldId="287"/>
            <ac:graphicFrameMk id="8" creationId="{16E1134F-5158-85A2-5F8F-225802911C30}"/>
          </ac:graphicFrameMkLst>
        </pc:graphicFrameChg>
      </pc:sldChg>
      <pc:sldChg chg="delSp modSp mod modTransition">
        <pc:chgData name="ROHMAT NURDIANTO (CRGL-THIRDPARTY.COM)" userId="00296497-ae00-4e46-acc0-c28dfadde543" providerId="ADAL" clId="{8E1DA45B-0AC7-4E1C-92A0-C4A2D0FD338C}" dt="2023-07-25T04:04:43.340" v="2327"/>
        <pc:sldMkLst>
          <pc:docMk/>
          <pc:sldMk cId="288855023" sldId="288"/>
        </pc:sldMkLst>
        <pc:spChg chg="del">
          <ac:chgData name="ROHMAT NURDIANTO (CRGL-THIRDPARTY.COM)" userId="00296497-ae00-4e46-acc0-c28dfadde543" providerId="ADAL" clId="{8E1DA45B-0AC7-4E1C-92A0-C4A2D0FD338C}" dt="2023-07-21T01:56:45.135" v="2269" actId="478"/>
          <ac:spMkLst>
            <pc:docMk/>
            <pc:sldMk cId="288855023" sldId="288"/>
            <ac:spMk id="4" creationId="{00000000-0000-0000-0000-000000000000}"/>
          </ac:spMkLst>
        </pc:spChg>
        <pc:spChg chg="mod">
          <ac:chgData name="ROHMAT NURDIANTO (CRGL-THIRDPARTY.COM)" userId="00296497-ae00-4e46-acc0-c28dfadde543" providerId="ADAL" clId="{8E1DA45B-0AC7-4E1C-92A0-C4A2D0FD338C}" dt="2023-07-21T01:56:13.149" v="2262"/>
          <ac:spMkLst>
            <pc:docMk/>
            <pc:sldMk cId="288855023" sldId="288"/>
            <ac:spMk id="5" creationId="{00000000-0000-0000-0000-000000000000}"/>
          </ac:spMkLst>
        </pc:spChg>
        <pc:graphicFrameChg chg="mod ord modGraphic">
          <ac:chgData name="ROHMAT NURDIANTO (CRGL-THIRDPARTY.COM)" userId="00296497-ae00-4e46-acc0-c28dfadde543" providerId="ADAL" clId="{8E1DA45B-0AC7-4E1C-92A0-C4A2D0FD338C}" dt="2023-07-25T04:04:43.340" v="2327"/>
          <ac:graphicFrameMkLst>
            <pc:docMk/>
            <pc:sldMk cId="288855023" sldId="288"/>
            <ac:graphicFrameMk id="6" creationId="{0DB937F8-1FB4-20A7-E32D-0F3006338201}"/>
          </ac:graphicFrameMkLst>
        </pc:graphicFrameChg>
      </pc:sldChg>
      <pc:sldChg chg="delSp modSp mod modTransition">
        <pc:chgData name="ROHMAT NURDIANTO (CRGL-THIRDPARTY.COM)" userId="00296497-ae00-4e46-acc0-c28dfadde543" providerId="ADAL" clId="{8E1DA45B-0AC7-4E1C-92A0-C4A2D0FD338C}" dt="2023-07-21T01:56:57.454" v="2271" actId="478"/>
        <pc:sldMkLst>
          <pc:docMk/>
          <pc:sldMk cId="2475699944" sldId="289"/>
        </pc:sldMkLst>
        <pc:spChg chg="del">
          <ac:chgData name="ROHMAT NURDIANTO (CRGL-THIRDPARTY.COM)" userId="00296497-ae00-4e46-acc0-c28dfadde543" providerId="ADAL" clId="{8E1DA45B-0AC7-4E1C-92A0-C4A2D0FD338C}" dt="2023-07-21T01:56:57.454" v="2271" actId="478"/>
          <ac:spMkLst>
            <pc:docMk/>
            <pc:sldMk cId="2475699944" sldId="289"/>
            <ac:spMk id="3" creationId="{00000000-0000-0000-0000-000000000000}"/>
          </ac:spMkLst>
        </pc:spChg>
        <pc:spChg chg="mod">
          <ac:chgData name="ROHMAT NURDIANTO (CRGL-THIRDPARTY.COM)" userId="00296497-ae00-4e46-acc0-c28dfadde543" providerId="ADAL" clId="{8E1DA45B-0AC7-4E1C-92A0-C4A2D0FD338C}" dt="2023-07-21T01:56:04.074" v="2260"/>
          <ac:spMkLst>
            <pc:docMk/>
            <pc:sldMk cId="2475699944" sldId="289"/>
            <ac:spMk id="4" creationId="{00000000-0000-0000-0000-000000000000}"/>
          </ac:spMkLst>
        </pc:spChg>
        <pc:spChg chg="mod">
          <ac:chgData name="ROHMAT NURDIANTO (CRGL-THIRDPARTY.COM)" userId="00296497-ae00-4e46-acc0-c28dfadde543" providerId="ADAL" clId="{8E1DA45B-0AC7-4E1C-92A0-C4A2D0FD338C}" dt="2023-07-17T03:31:34.405" v="8" actId="20577"/>
          <ac:spMkLst>
            <pc:docMk/>
            <pc:sldMk cId="2475699944" sldId="289"/>
            <ac:spMk id="7" creationId="{97580B6B-96AC-8397-96C9-AD6C262971CE}"/>
          </ac:spMkLst>
        </pc:spChg>
        <pc:graphicFrameChg chg="mod modGraphic">
          <ac:chgData name="ROHMAT NURDIANTO (CRGL-THIRDPARTY.COM)" userId="00296497-ae00-4e46-acc0-c28dfadde543" providerId="ADAL" clId="{8E1DA45B-0AC7-4E1C-92A0-C4A2D0FD338C}" dt="2023-07-21T01:56:01.135" v="2259" actId="14734"/>
          <ac:graphicFrameMkLst>
            <pc:docMk/>
            <pc:sldMk cId="2475699944" sldId="289"/>
            <ac:graphicFrameMk id="8" creationId="{9B31F598-98AF-B37B-8645-92026C72C856}"/>
          </ac:graphicFrameMkLst>
        </pc:graphicFrameChg>
      </pc:sldChg>
      <pc:sldChg chg="delSp modSp mod modTransition">
        <pc:chgData name="ROHMAT NURDIANTO (CRGL-THIRDPARTY.COM)" userId="00296497-ae00-4e46-acc0-c28dfadde543" providerId="ADAL" clId="{8E1DA45B-0AC7-4E1C-92A0-C4A2D0FD338C}" dt="2023-07-21T01:57:01.211" v="2272" actId="478"/>
        <pc:sldMkLst>
          <pc:docMk/>
          <pc:sldMk cId="1406644232" sldId="290"/>
        </pc:sldMkLst>
        <pc:spChg chg="del">
          <ac:chgData name="ROHMAT NURDIANTO (CRGL-THIRDPARTY.COM)" userId="00296497-ae00-4e46-acc0-c28dfadde543" providerId="ADAL" clId="{8E1DA45B-0AC7-4E1C-92A0-C4A2D0FD338C}" dt="2023-07-21T01:57:01.211" v="2272" actId="478"/>
          <ac:spMkLst>
            <pc:docMk/>
            <pc:sldMk cId="1406644232" sldId="290"/>
            <ac:spMk id="3" creationId="{00000000-0000-0000-0000-000000000000}"/>
          </ac:spMkLst>
        </pc:spChg>
        <pc:spChg chg="mod">
          <ac:chgData name="ROHMAT NURDIANTO (CRGL-THIRDPARTY.COM)" userId="00296497-ae00-4e46-acc0-c28dfadde543" providerId="ADAL" clId="{8E1DA45B-0AC7-4E1C-92A0-C4A2D0FD338C}" dt="2023-07-21T01:55:30.157" v="2254"/>
          <ac:spMkLst>
            <pc:docMk/>
            <pc:sldMk cId="1406644232" sldId="290"/>
            <ac:spMk id="4" creationId="{00000000-0000-0000-0000-000000000000}"/>
          </ac:spMkLst>
        </pc:spChg>
        <pc:spChg chg="mod">
          <ac:chgData name="ROHMAT NURDIANTO (CRGL-THIRDPARTY.COM)" userId="00296497-ae00-4e46-acc0-c28dfadde543" providerId="ADAL" clId="{8E1DA45B-0AC7-4E1C-92A0-C4A2D0FD338C}" dt="2023-07-17T03:31:30.343" v="6" actId="20577"/>
          <ac:spMkLst>
            <pc:docMk/>
            <pc:sldMk cId="1406644232" sldId="290"/>
            <ac:spMk id="5" creationId="{606DB283-D6A4-2227-8D8E-AAD0379B8985}"/>
          </ac:spMkLst>
        </pc:spChg>
        <pc:graphicFrameChg chg="mod modGraphic">
          <ac:chgData name="ROHMAT NURDIANTO (CRGL-THIRDPARTY.COM)" userId="00296497-ae00-4e46-acc0-c28dfadde543" providerId="ADAL" clId="{8E1DA45B-0AC7-4E1C-92A0-C4A2D0FD338C}" dt="2023-07-18T07:54:49.510" v="1657" actId="14100"/>
          <ac:graphicFrameMkLst>
            <pc:docMk/>
            <pc:sldMk cId="1406644232" sldId="290"/>
            <ac:graphicFrameMk id="6" creationId="{E1977F7D-B783-6CB9-05E0-D883E0E1BF69}"/>
          </ac:graphicFrameMkLst>
        </pc:graphicFrameChg>
      </pc:sldChg>
      <pc:sldChg chg="addSp delSp modSp add mod modTransition">
        <pc:chgData name="ROHMAT NURDIANTO (CRGL-THIRDPARTY.COM)" userId="00296497-ae00-4e46-acc0-c28dfadde543" providerId="ADAL" clId="{8E1DA45B-0AC7-4E1C-92A0-C4A2D0FD338C}" dt="2023-07-21T01:57:05.773" v="2273" actId="478"/>
        <pc:sldMkLst>
          <pc:docMk/>
          <pc:sldMk cId="3104581351" sldId="291"/>
        </pc:sldMkLst>
        <pc:spChg chg="del">
          <ac:chgData name="ROHMAT NURDIANTO (CRGL-THIRDPARTY.COM)" userId="00296497-ae00-4e46-acc0-c28dfadde543" providerId="ADAL" clId="{8E1DA45B-0AC7-4E1C-92A0-C4A2D0FD338C}" dt="2023-07-21T01:57:05.773" v="2273" actId="478"/>
          <ac:spMkLst>
            <pc:docMk/>
            <pc:sldMk cId="3104581351" sldId="291"/>
            <ac:spMk id="3" creationId="{00000000-0000-0000-0000-000000000000}"/>
          </ac:spMkLst>
        </pc:spChg>
        <pc:spChg chg="mod">
          <ac:chgData name="ROHMAT NURDIANTO (CRGL-THIRDPARTY.COM)" userId="00296497-ae00-4e46-acc0-c28dfadde543" providerId="ADAL" clId="{8E1DA45B-0AC7-4E1C-92A0-C4A2D0FD338C}" dt="2023-07-21T01:55:26.917" v="2253"/>
          <ac:spMkLst>
            <pc:docMk/>
            <pc:sldMk cId="3104581351" sldId="291"/>
            <ac:spMk id="4" creationId="{00000000-0000-0000-0000-000000000000}"/>
          </ac:spMkLst>
        </pc:spChg>
        <pc:spChg chg="del">
          <ac:chgData name="ROHMAT NURDIANTO (CRGL-THIRDPARTY.COM)" userId="00296497-ae00-4e46-acc0-c28dfadde543" providerId="ADAL" clId="{8E1DA45B-0AC7-4E1C-92A0-C4A2D0FD338C}" dt="2023-07-17T03:30:58.260" v="1" actId="478"/>
          <ac:spMkLst>
            <pc:docMk/>
            <pc:sldMk cId="3104581351" sldId="291"/>
            <ac:spMk id="5" creationId="{606DB283-D6A4-2227-8D8E-AAD0379B8985}"/>
          </ac:spMkLst>
        </pc:spChg>
        <pc:spChg chg="add mod">
          <ac:chgData name="ROHMAT NURDIANTO (CRGL-THIRDPARTY.COM)" userId="00296497-ae00-4e46-acc0-c28dfadde543" providerId="ADAL" clId="{8E1DA45B-0AC7-4E1C-92A0-C4A2D0FD338C}" dt="2023-07-17T03:31:51.185" v="12" actId="20577"/>
          <ac:spMkLst>
            <pc:docMk/>
            <pc:sldMk cId="3104581351" sldId="291"/>
            <ac:spMk id="7" creationId="{232A4B74-9B2C-9FBF-9796-73A043D68CDA}"/>
          </ac:spMkLst>
        </pc:spChg>
        <pc:graphicFrameChg chg="del">
          <ac:chgData name="ROHMAT NURDIANTO (CRGL-THIRDPARTY.COM)" userId="00296497-ae00-4e46-acc0-c28dfadde543" providerId="ADAL" clId="{8E1DA45B-0AC7-4E1C-92A0-C4A2D0FD338C}" dt="2023-07-17T03:30:58.260" v="1" actId="478"/>
          <ac:graphicFrameMkLst>
            <pc:docMk/>
            <pc:sldMk cId="3104581351" sldId="291"/>
            <ac:graphicFrameMk id="6" creationId="{E1977F7D-B783-6CB9-05E0-D883E0E1BF69}"/>
          </ac:graphicFrameMkLst>
        </pc:graphicFrameChg>
        <pc:graphicFrameChg chg="add mod modGraphic">
          <ac:chgData name="ROHMAT NURDIANTO (CRGL-THIRDPARTY.COM)" userId="00296497-ae00-4e46-acc0-c28dfadde543" providerId="ADAL" clId="{8E1DA45B-0AC7-4E1C-92A0-C4A2D0FD338C}" dt="2023-07-18T07:54:41.214" v="1656" actId="14734"/>
          <ac:graphicFrameMkLst>
            <pc:docMk/>
            <pc:sldMk cId="3104581351" sldId="291"/>
            <ac:graphicFrameMk id="8" creationId="{5C0BC159-DC41-68D3-9424-2AFD14545A4C}"/>
          </ac:graphicFrameMkLst>
        </pc:graphicFrameChg>
      </pc:sldChg>
      <pc:sldChg chg="delSp modSp add mod modTransition">
        <pc:chgData name="ROHMAT NURDIANTO (CRGL-THIRDPARTY.COM)" userId="00296497-ae00-4e46-acc0-c28dfadde543" providerId="ADAL" clId="{8E1DA45B-0AC7-4E1C-92A0-C4A2D0FD338C}" dt="2023-07-21T01:57:09.181" v="2274" actId="478"/>
        <pc:sldMkLst>
          <pc:docMk/>
          <pc:sldMk cId="3575805057" sldId="292"/>
        </pc:sldMkLst>
        <pc:spChg chg="del">
          <ac:chgData name="ROHMAT NURDIANTO (CRGL-THIRDPARTY.COM)" userId="00296497-ae00-4e46-acc0-c28dfadde543" providerId="ADAL" clId="{8E1DA45B-0AC7-4E1C-92A0-C4A2D0FD338C}" dt="2023-07-21T01:57:09.181" v="2274" actId="478"/>
          <ac:spMkLst>
            <pc:docMk/>
            <pc:sldMk cId="3575805057" sldId="292"/>
            <ac:spMk id="3" creationId="{00000000-0000-0000-0000-000000000000}"/>
          </ac:spMkLst>
        </pc:spChg>
        <pc:spChg chg="mod">
          <ac:chgData name="ROHMAT NURDIANTO (CRGL-THIRDPARTY.COM)" userId="00296497-ae00-4e46-acc0-c28dfadde543" providerId="ADAL" clId="{8E1DA45B-0AC7-4E1C-92A0-C4A2D0FD338C}" dt="2023-07-21T01:55:22.244" v="2252"/>
          <ac:spMkLst>
            <pc:docMk/>
            <pc:sldMk cId="3575805057" sldId="292"/>
            <ac:spMk id="4" creationId="{00000000-0000-0000-0000-000000000000}"/>
          </ac:spMkLst>
        </pc:spChg>
        <pc:spChg chg="mod">
          <ac:chgData name="ROHMAT NURDIANTO (CRGL-THIRDPARTY.COM)" userId="00296497-ae00-4e46-acc0-c28dfadde543" providerId="ADAL" clId="{8E1DA45B-0AC7-4E1C-92A0-C4A2D0FD338C}" dt="2023-07-17T03:41:15.283" v="184" actId="20577"/>
          <ac:spMkLst>
            <pc:docMk/>
            <pc:sldMk cId="3575805057" sldId="292"/>
            <ac:spMk id="7" creationId="{232A4B74-9B2C-9FBF-9796-73A043D68CDA}"/>
          </ac:spMkLst>
        </pc:spChg>
        <pc:graphicFrameChg chg="mod modGraphic">
          <ac:chgData name="ROHMAT NURDIANTO (CRGL-THIRDPARTY.COM)" userId="00296497-ae00-4e46-acc0-c28dfadde543" providerId="ADAL" clId="{8E1DA45B-0AC7-4E1C-92A0-C4A2D0FD338C}" dt="2023-07-18T08:49:49.428" v="1983" actId="207"/>
          <ac:graphicFrameMkLst>
            <pc:docMk/>
            <pc:sldMk cId="3575805057" sldId="292"/>
            <ac:graphicFrameMk id="8" creationId="{5C0BC159-DC41-68D3-9424-2AFD14545A4C}"/>
          </ac:graphicFrameMkLst>
        </pc:graphicFrameChg>
      </pc:sldChg>
      <pc:sldChg chg="addSp delSp modSp add mod modTransition">
        <pc:chgData name="ROHMAT NURDIANTO (CRGL-THIRDPARTY.COM)" userId="00296497-ae00-4e46-acc0-c28dfadde543" providerId="ADAL" clId="{8E1DA45B-0AC7-4E1C-92A0-C4A2D0FD338C}" dt="2023-07-21T01:57:12.619" v="2275" actId="478"/>
        <pc:sldMkLst>
          <pc:docMk/>
          <pc:sldMk cId="3091640359" sldId="293"/>
        </pc:sldMkLst>
        <pc:spChg chg="del">
          <ac:chgData name="ROHMAT NURDIANTO (CRGL-THIRDPARTY.COM)" userId="00296497-ae00-4e46-acc0-c28dfadde543" providerId="ADAL" clId="{8E1DA45B-0AC7-4E1C-92A0-C4A2D0FD338C}" dt="2023-07-21T01:57:12.619" v="2275" actId="478"/>
          <ac:spMkLst>
            <pc:docMk/>
            <pc:sldMk cId="3091640359" sldId="293"/>
            <ac:spMk id="3" creationId="{00000000-0000-0000-0000-000000000000}"/>
          </ac:spMkLst>
        </pc:spChg>
        <pc:spChg chg="mod">
          <ac:chgData name="ROHMAT NURDIANTO (CRGL-THIRDPARTY.COM)" userId="00296497-ae00-4e46-acc0-c28dfadde543" providerId="ADAL" clId="{8E1DA45B-0AC7-4E1C-92A0-C4A2D0FD338C}" dt="2023-07-21T01:55:18.179" v="2251"/>
          <ac:spMkLst>
            <pc:docMk/>
            <pc:sldMk cId="3091640359" sldId="293"/>
            <ac:spMk id="4" creationId="{00000000-0000-0000-0000-000000000000}"/>
          </ac:spMkLst>
        </pc:spChg>
        <pc:spChg chg="add mod">
          <ac:chgData name="ROHMAT NURDIANTO (CRGL-THIRDPARTY.COM)" userId="00296497-ae00-4e46-acc0-c28dfadde543" providerId="ADAL" clId="{8E1DA45B-0AC7-4E1C-92A0-C4A2D0FD338C}" dt="2023-07-18T07:51:28.077" v="1635" actId="20577"/>
          <ac:spMkLst>
            <pc:docMk/>
            <pc:sldMk cId="3091640359" sldId="293"/>
            <ac:spMk id="5" creationId="{914AB48B-BC3C-6F29-65B6-B7A746123138}"/>
          </ac:spMkLst>
        </pc:spChg>
        <pc:spChg chg="del">
          <ac:chgData name="ROHMAT NURDIANTO (CRGL-THIRDPARTY.COM)" userId="00296497-ae00-4e46-acc0-c28dfadde543" providerId="ADAL" clId="{8E1DA45B-0AC7-4E1C-92A0-C4A2D0FD338C}" dt="2023-07-18T01:37:01.357" v="313" actId="478"/>
          <ac:spMkLst>
            <pc:docMk/>
            <pc:sldMk cId="3091640359" sldId="293"/>
            <ac:spMk id="7" creationId="{232A4B74-9B2C-9FBF-9796-73A043D68CDA}"/>
          </ac:spMkLst>
        </pc:spChg>
        <pc:graphicFrameChg chg="add mod modGraphic">
          <ac:chgData name="ROHMAT NURDIANTO (CRGL-THIRDPARTY.COM)" userId="00296497-ae00-4e46-acc0-c28dfadde543" providerId="ADAL" clId="{8E1DA45B-0AC7-4E1C-92A0-C4A2D0FD338C}" dt="2023-07-18T07:54:14.322" v="1650" actId="14100"/>
          <ac:graphicFrameMkLst>
            <pc:docMk/>
            <pc:sldMk cId="3091640359" sldId="293"/>
            <ac:graphicFrameMk id="6" creationId="{2A11CB41-393A-FAAF-3DC2-FD41FE593C87}"/>
          </ac:graphicFrameMkLst>
        </pc:graphicFrameChg>
        <pc:graphicFrameChg chg="del">
          <ac:chgData name="ROHMAT NURDIANTO (CRGL-THIRDPARTY.COM)" userId="00296497-ae00-4e46-acc0-c28dfadde543" providerId="ADAL" clId="{8E1DA45B-0AC7-4E1C-92A0-C4A2D0FD338C}" dt="2023-07-18T01:37:01.357" v="313" actId="478"/>
          <ac:graphicFrameMkLst>
            <pc:docMk/>
            <pc:sldMk cId="3091640359" sldId="293"/>
            <ac:graphicFrameMk id="8" creationId="{5C0BC159-DC41-68D3-9424-2AFD14545A4C}"/>
          </ac:graphicFrameMkLst>
        </pc:graphicFrameChg>
      </pc:sldChg>
      <pc:sldChg chg="addSp delSp modSp add mod modTransition">
        <pc:chgData name="ROHMAT NURDIANTO (CRGL-THIRDPARTY.COM)" userId="00296497-ae00-4e46-acc0-c28dfadde543" providerId="ADAL" clId="{8E1DA45B-0AC7-4E1C-92A0-C4A2D0FD338C}" dt="2023-07-25T08:08:40.278" v="2340" actId="572"/>
        <pc:sldMkLst>
          <pc:docMk/>
          <pc:sldMk cId="948589747" sldId="294"/>
        </pc:sldMkLst>
        <pc:spChg chg="del">
          <ac:chgData name="ROHMAT NURDIANTO (CRGL-THIRDPARTY.COM)" userId="00296497-ae00-4e46-acc0-c28dfadde543" providerId="ADAL" clId="{8E1DA45B-0AC7-4E1C-92A0-C4A2D0FD338C}" dt="2023-07-21T01:55:11.917" v="2250" actId="478"/>
          <ac:spMkLst>
            <pc:docMk/>
            <pc:sldMk cId="948589747" sldId="294"/>
            <ac:spMk id="3" creationId="{00000000-0000-0000-0000-000000000000}"/>
          </ac:spMkLst>
        </pc:spChg>
        <pc:spChg chg="mod">
          <ac:chgData name="ROHMAT NURDIANTO (CRGL-THIRDPARTY.COM)" userId="00296497-ae00-4e46-acc0-c28dfadde543" providerId="ADAL" clId="{8E1DA45B-0AC7-4E1C-92A0-C4A2D0FD338C}" dt="2023-07-21T01:55:09.369" v="2249"/>
          <ac:spMkLst>
            <pc:docMk/>
            <pc:sldMk cId="948589747" sldId="294"/>
            <ac:spMk id="4" creationId="{00000000-0000-0000-0000-000000000000}"/>
          </ac:spMkLst>
        </pc:spChg>
        <pc:spChg chg="del">
          <ac:chgData name="ROHMAT NURDIANTO (CRGL-THIRDPARTY.COM)" userId="00296497-ae00-4e46-acc0-c28dfadde543" providerId="ADAL" clId="{8E1DA45B-0AC7-4E1C-92A0-C4A2D0FD338C}" dt="2023-07-18T01:42:57.616" v="424" actId="478"/>
          <ac:spMkLst>
            <pc:docMk/>
            <pc:sldMk cId="948589747" sldId="294"/>
            <ac:spMk id="5" creationId="{914AB48B-BC3C-6F29-65B6-B7A746123138}"/>
          </ac:spMkLst>
        </pc:spChg>
        <pc:spChg chg="add mod">
          <ac:chgData name="ROHMAT NURDIANTO (CRGL-THIRDPARTY.COM)" userId="00296497-ae00-4e46-acc0-c28dfadde543" providerId="ADAL" clId="{8E1DA45B-0AC7-4E1C-92A0-C4A2D0FD338C}" dt="2023-07-18T07:51:32.259" v="1637" actId="20577"/>
          <ac:spMkLst>
            <pc:docMk/>
            <pc:sldMk cId="948589747" sldId="294"/>
            <ac:spMk id="7" creationId="{8C2863B8-843C-04E9-9A1B-32E362D19B95}"/>
          </ac:spMkLst>
        </pc:spChg>
        <pc:graphicFrameChg chg="del">
          <ac:chgData name="ROHMAT NURDIANTO (CRGL-THIRDPARTY.COM)" userId="00296497-ae00-4e46-acc0-c28dfadde543" providerId="ADAL" clId="{8E1DA45B-0AC7-4E1C-92A0-C4A2D0FD338C}" dt="2023-07-18T01:42:57.616" v="424" actId="478"/>
          <ac:graphicFrameMkLst>
            <pc:docMk/>
            <pc:sldMk cId="948589747" sldId="294"/>
            <ac:graphicFrameMk id="6" creationId="{2A11CB41-393A-FAAF-3DC2-FD41FE593C87}"/>
          </ac:graphicFrameMkLst>
        </pc:graphicFrameChg>
        <pc:graphicFrameChg chg="add mod modGraphic">
          <ac:chgData name="ROHMAT NURDIANTO (CRGL-THIRDPARTY.COM)" userId="00296497-ae00-4e46-acc0-c28dfadde543" providerId="ADAL" clId="{8E1DA45B-0AC7-4E1C-92A0-C4A2D0FD338C}" dt="2023-07-25T08:08:40.278" v="2340" actId="572"/>
          <ac:graphicFrameMkLst>
            <pc:docMk/>
            <pc:sldMk cId="948589747" sldId="294"/>
            <ac:graphicFrameMk id="8" creationId="{58BB5C3A-0AF8-E0E8-A30E-39902022714F}"/>
          </ac:graphicFrameMkLst>
        </pc:graphicFrameChg>
      </pc:sldChg>
      <pc:sldChg chg="addSp delSp modSp add mod modTransition">
        <pc:chgData name="ROHMAT NURDIANTO (CRGL-THIRDPARTY.COM)" userId="00296497-ae00-4e46-acc0-c28dfadde543" providerId="ADAL" clId="{8E1DA45B-0AC7-4E1C-92A0-C4A2D0FD338C}" dt="2023-07-21T01:55:04.552" v="2248"/>
        <pc:sldMkLst>
          <pc:docMk/>
          <pc:sldMk cId="612458747" sldId="295"/>
        </pc:sldMkLst>
        <pc:spChg chg="del">
          <ac:chgData name="ROHMAT NURDIANTO (CRGL-THIRDPARTY.COM)" userId="00296497-ae00-4e46-acc0-c28dfadde543" providerId="ADAL" clId="{8E1DA45B-0AC7-4E1C-92A0-C4A2D0FD338C}" dt="2023-07-21T01:54:17.498" v="2193" actId="478"/>
          <ac:spMkLst>
            <pc:docMk/>
            <pc:sldMk cId="612458747" sldId="295"/>
            <ac:spMk id="3" creationId="{00000000-0000-0000-0000-000000000000}"/>
          </ac:spMkLst>
        </pc:spChg>
        <pc:spChg chg="mod">
          <ac:chgData name="ROHMAT NURDIANTO (CRGL-THIRDPARTY.COM)" userId="00296497-ae00-4e46-acc0-c28dfadde543" providerId="ADAL" clId="{8E1DA45B-0AC7-4E1C-92A0-C4A2D0FD338C}" dt="2023-07-21T01:55:04.552" v="2248"/>
          <ac:spMkLst>
            <pc:docMk/>
            <pc:sldMk cId="612458747" sldId="295"/>
            <ac:spMk id="4" creationId="{00000000-0000-0000-0000-000000000000}"/>
          </ac:spMkLst>
        </pc:spChg>
        <pc:spChg chg="add mod">
          <ac:chgData name="ROHMAT NURDIANTO (CRGL-THIRDPARTY.COM)" userId="00296497-ae00-4e46-acc0-c28dfadde543" providerId="ADAL" clId="{8E1DA45B-0AC7-4E1C-92A0-C4A2D0FD338C}" dt="2023-07-18T07:51:37.941" v="1639" actId="20577"/>
          <ac:spMkLst>
            <pc:docMk/>
            <pc:sldMk cId="612458747" sldId="295"/>
            <ac:spMk id="5" creationId="{E26D351F-E9FD-1304-CE31-F88395128801}"/>
          </ac:spMkLst>
        </pc:spChg>
        <pc:spChg chg="del">
          <ac:chgData name="ROHMAT NURDIANTO (CRGL-THIRDPARTY.COM)" userId="00296497-ae00-4e46-acc0-c28dfadde543" providerId="ADAL" clId="{8E1DA45B-0AC7-4E1C-92A0-C4A2D0FD338C}" dt="2023-07-18T01:46:45.163" v="529" actId="478"/>
          <ac:spMkLst>
            <pc:docMk/>
            <pc:sldMk cId="612458747" sldId="295"/>
            <ac:spMk id="7" creationId="{8C2863B8-843C-04E9-9A1B-32E362D19B95}"/>
          </ac:spMkLst>
        </pc:spChg>
        <pc:spChg chg="add del">
          <ac:chgData name="ROHMAT NURDIANTO (CRGL-THIRDPARTY.COM)" userId="00296497-ae00-4e46-acc0-c28dfadde543" providerId="ADAL" clId="{8E1DA45B-0AC7-4E1C-92A0-C4A2D0FD338C}" dt="2023-07-18T01:51:55.547" v="668" actId="478"/>
          <ac:spMkLst>
            <pc:docMk/>
            <pc:sldMk cId="612458747" sldId="295"/>
            <ac:spMk id="10" creationId="{8F8DBF10-2346-F19D-1EEE-9128118D5780}"/>
          </ac:spMkLst>
        </pc:spChg>
        <pc:graphicFrameChg chg="add mod modGraphic">
          <ac:chgData name="ROHMAT NURDIANTO (CRGL-THIRDPARTY.COM)" userId="00296497-ae00-4e46-acc0-c28dfadde543" providerId="ADAL" clId="{8E1DA45B-0AC7-4E1C-92A0-C4A2D0FD338C}" dt="2023-07-18T08:54:37.749" v="2005" actId="14734"/>
          <ac:graphicFrameMkLst>
            <pc:docMk/>
            <pc:sldMk cId="612458747" sldId="295"/>
            <ac:graphicFrameMk id="6" creationId="{10056C00-951F-D1A4-976D-06B69DDDDFE4}"/>
          </ac:graphicFrameMkLst>
        </pc:graphicFrameChg>
        <pc:graphicFrameChg chg="del">
          <ac:chgData name="ROHMAT NURDIANTO (CRGL-THIRDPARTY.COM)" userId="00296497-ae00-4e46-acc0-c28dfadde543" providerId="ADAL" clId="{8E1DA45B-0AC7-4E1C-92A0-C4A2D0FD338C}" dt="2023-07-18T01:46:45.163" v="529" actId="478"/>
          <ac:graphicFrameMkLst>
            <pc:docMk/>
            <pc:sldMk cId="612458747" sldId="295"/>
            <ac:graphicFrameMk id="8" creationId="{58BB5C3A-0AF8-E0E8-A30E-39902022714F}"/>
          </ac:graphicFrameMkLst>
        </pc:graphicFrameChg>
      </pc:sldChg>
      <pc:sldChg chg="addSp delSp modSp add mod modTransition">
        <pc:chgData name="ROHMAT NURDIANTO (CRGL-THIRDPARTY.COM)" userId="00296497-ae00-4e46-acc0-c28dfadde543" providerId="ADAL" clId="{8E1DA45B-0AC7-4E1C-92A0-C4A2D0FD338C}" dt="2023-07-21T01:54:47.383" v="2246" actId="20577"/>
        <pc:sldMkLst>
          <pc:docMk/>
          <pc:sldMk cId="1583565049" sldId="296"/>
        </pc:sldMkLst>
        <pc:spChg chg="del">
          <ac:chgData name="ROHMAT NURDIANTO (CRGL-THIRDPARTY.COM)" userId="00296497-ae00-4e46-acc0-c28dfadde543" providerId="ADAL" clId="{8E1DA45B-0AC7-4E1C-92A0-C4A2D0FD338C}" dt="2023-07-21T01:54:12.840" v="2192" actId="478"/>
          <ac:spMkLst>
            <pc:docMk/>
            <pc:sldMk cId="1583565049" sldId="296"/>
            <ac:spMk id="3" creationId="{00000000-0000-0000-0000-000000000000}"/>
          </ac:spMkLst>
        </pc:spChg>
        <pc:spChg chg="mod">
          <ac:chgData name="ROHMAT NURDIANTO (CRGL-THIRDPARTY.COM)" userId="00296497-ae00-4e46-acc0-c28dfadde543" providerId="ADAL" clId="{8E1DA45B-0AC7-4E1C-92A0-C4A2D0FD338C}" dt="2023-07-21T01:54:47.383" v="2246" actId="20577"/>
          <ac:spMkLst>
            <pc:docMk/>
            <pc:sldMk cId="1583565049" sldId="296"/>
            <ac:spMk id="4" creationId="{00000000-0000-0000-0000-000000000000}"/>
          </ac:spMkLst>
        </pc:spChg>
        <pc:spChg chg="del">
          <ac:chgData name="ROHMAT NURDIANTO (CRGL-THIRDPARTY.COM)" userId="00296497-ae00-4e46-acc0-c28dfadde543" providerId="ADAL" clId="{8E1DA45B-0AC7-4E1C-92A0-C4A2D0FD338C}" dt="2023-07-18T01:51:46.534" v="666" actId="478"/>
          <ac:spMkLst>
            <pc:docMk/>
            <pc:sldMk cId="1583565049" sldId="296"/>
            <ac:spMk id="5" creationId="{E26D351F-E9FD-1304-CE31-F88395128801}"/>
          </ac:spMkLst>
        </pc:spChg>
        <pc:spChg chg="add mod">
          <ac:chgData name="ROHMAT NURDIANTO (CRGL-THIRDPARTY.COM)" userId="00296497-ae00-4e46-acc0-c28dfadde543" providerId="ADAL" clId="{8E1DA45B-0AC7-4E1C-92A0-C4A2D0FD338C}" dt="2023-07-18T08:55:04.076" v="2007" actId="20577"/>
          <ac:spMkLst>
            <pc:docMk/>
            <pc:sldMk cId="1583565049" sldId="296"/>
            <ac:spMk id="7" creationId="{614D245A-1F4C-FAAC-25EE-5D1B75FDAA12}"/>
          </ac:spMkLst>
        </pc:spChg>
        <pc:spChg chg="del">
          <ac:chgData name="ROHMAT NURDIANTO (CRGL-THIRDPARTY.COM)" userId="00296497-ae00-4e46-acc0-c28dfadde543" providerId="ADAL" clId="{8E1DA45B-0AC7-4E1C-92A0-C4A2D0FD338C}" dt="2023-07-18T01:51:49.500" v="667" actId="478"/>
          <ac:spMkLst>
            <pc:docMk/>
            <pc:sldMk cId="1583565049" sldId="296"/>
            <ac:spMk id="10" creationId="{8F8DBF10-2346-F19D-1EEE-9128118D5780}"/>
          </ac:spMkLst>
        </pc:spChg>
        <pc:graphicFrameChg chg="del">
          <ac:chgData name="ROHMAT NURDIANTO (CRGL-THIRDPARTY.COM)" userId="00296497-ae00-4e46-acc0-c28dfadde543" providerId="ADAL" clId="{8E1DA45B-0AC7-4E1C-92A0-C4A2D0FD338C}" dt="2023-07-18T01:51:46.534" v="666" actId="478"/>
          <ac:graphicFrameMkLst>
            <pc:docMk/>
            <pc:sldMk cId="1583565049" sldId="296"/>
            <ac:graphicFrameMk id="6" creationId="{10056C00-951F-D1A4-976D-06B69DDDDFE4}"/>
          </ac:graphicFrameMkLst>
        </pc:graphicFrameChg>
        <pc:graphicFrameChg chg="add mod modGraphic">
          <ac:chgData name="ROHMAT NURDIANTO (CRGL-THIRDPARTY.COM)" userId="00296497-ae00-4e46-acc0-c28dfadde543" providerId="ADAL" clId="{8E1DA45B-0AC7-4E1C-92A0-C4A2D0FD338C}" dt="2023-07-18T08:12:31.774" v="1839" actId="6549"/>
          <ac:graphicFrameMkLst>
            <pc:docMk/>
            <pc:sldMk cId="1583565049" sldId="296"/>
            <ac:graphicFrameMk id="8" creationId="{DFDFB1B7-EEC6-6D2C-AC94-8D0E7CF2F905}"/>
          </ac:graphicFrameMkLst>
        </pc:graphicFrameChg>
      </pc:sldChg>
      <pc:sldMasterChg chg="del delSldLayout">
        <pc:chgData name="ROHMAT NURDIANTO (CRGL-THIRDPARTY.COM)" userId="00296497-ae00-4e46-acc0-c28dfadde543" providerId="ADAL" clId="{8E1DA45B-0AC7-4E1C-92A0-C4A2D0FD338C}" dt="2023-07-18T08:56:44.452" v="2008" actId="47"/>
        <pc:sldMasterMkLst>
          <pc:docMk/>
          <pc:sldMasterMk cId="1769409517" sldId="2147483660"/>
        </pc:sldMasterMkLst>
        <pc:sldLayoutChg chg="del">
          <pc:chgData name="ROHMAT NURDIANTO (CRGL-THIRDPARTY.COM)" userId="00296497-ae00-4e46-acc0-c28dfadde543" providerId="ADAL" clId="{8E1DA45B-0AC7-4E1C-92A0-C4A2D0FD338C}" dt="2023-07-18T08:56:44.452" v="2008" actId="47"/>
          <pc:sldLayoutMkLst>
            <pc:docMk/>
            <pc:sldMasterMk cId="1769409517" sldId="2147483660"/>
            <pc:sldLayoutMk cId="2948786543" sldId="2147483661"/>
          </pc:sldLayoutMkLst>
        </pc:sldLayoutChg>
        <pc:sldLayoutChg chg="del">
          <pc:chgData name="ROHMAT NURDIANTO (CRGL-THIRDPARTY.COM)" userId="00296497-ae00-4e46-acc0-c28dfadde543" providerId="ADAL" clId="{8E1DA45B-0AC7-4E1C-92A0-C4A2D0FD338C}" dt="2023-07-18T08:56:44.452" v="2008" actId="47"/>
          <pc:sldLayoutMkLst>
            <pc:docMk/>
            <pc:sldMasterMk cId="1769409517" sldId="2147483660"/>
            <pc:sldLayoutMk cId="3617808318" sldId="2147483662"/>
          </pc:sldLayoutMkLst>
        </pc:sldLayoutChg>
        <pc:sldLayoutChg chg="del">
          <pc:chgData name="ROHMAT NURDIANTO (CRGL-THIRDPARTY.COM)" userId="00296497-ae00-4e46-acc0-c28dfadde543" providerId="ADAL" clId="{8E1DA45B-0AC7-4E1C-92A0-C4A2D0FD338C}" dt="2023-07-18T08:56:44.452" v="2008" actId="47"/>
          <pc:sldLayoutMkLst>
            <pc:docMk/>
            <pc:sldMasterMk cId="1769409517" sldId="2147483660"/>
            <pc:sldLayoutMk cId="1184224199" sldId="2147483663"/>
          </pc:sldLayoutMkLst>
        </pc:sldLayoutChg>
        <pc:sldLayoutChg chg="del">
          <pc:chgData name="ROHMAT NURDIANTO (CRGL-THIRDPARTY.COM)" userId="00296497-ae00-4e46-acc0-c28dfadde543" providerId="ADAL" clId="{8E1DA45B-0AC7-4E1C-92A0-C4A2D0FD338C}" dt="2023-07-18T08:56:44.452" v="2008" actId="47"/>
          <pc:sldLayoutMkLst>
            <pc:docMk/>
            <pc:sldMasterMk cId="1769409517" sldId="2147483660"/>
            <pc:sldLayoutMk cId="1668020062" sldId="2147483664"/>
          </pc:sldLayoutMkLst>
        </pc:sldLayoutChg>
        <pc:sldLayoutChg chg="del">
          <pc:chgData name="ROHMAT NURDIANTO (CRGL-THIRDPARTY.COM)" userId="00296497-ae00-4e46-acc0-c28dfadde543" providerId="ADAL" clId="{8E1DA45B-0AC7-4E1C-92A0-C4A2D0FD338C}" dt="2023-07-18T08:56:44.452" v="2008" actId="47"/>
          <pc:sldLayoutMkLst>
            <pc:docMk/>
            <pc:sldMasterMk cId="1769409517" sldId="2147483660"/>
            <pc:sldLayoutMk cId="1797398282" sldId="2147483665"/>
          </pc:sldLayoutMkLst>
        </pc:sldLayoutChg>
        <pc:sldLayoutChg chg="del">
          <pc:chgData name="ROHMAT NURDIANTO (CRGL-THIRDPARTY.COM)" userId="00296497-ae00-4e46-acc0-c28dfadde543" providerId="ADAL" clId="{8E1DA45B-0AC7-4E1C-92A0-C4A2D0FD338C}" dt="2023-07-18T08:56:44.452" v="2008" actId="47"/>
          <pc:sldLayoutMkLst>
            <pc:docMk/>
            <pc:sldMasterMk cId="1769409517" sldId="2147483660"/>
            <pc:sldLayoutMk cId="1117535723" sldId="2147483666"/>
          </pc:sldLayoutMkLst>
        </pc:sldLayoutChg>
        <pc:sldLayoutChg chg="del">
          <pc:chgData name="ROHMAT NURDIANTO (CRGL-THIRDPARTY.COM)" userId="00296497-ae00-4e46-acc0-c28dfadde543" providerId="ADAL" clId="{8E1DA45B-0AC7-4E1C-92A0-C4A2D0FD338C}" dt="2023-07-18T08:56:44.452" v="2008" actId="47"/>
          <pc:sldLayoutMkLst>
            <pc:docMk/>
            <pc:sldMasterMk cId="1769409517" sldId="2147483660"/>
            <pc:sldLayoutMk cId="3342098408" sldId="2147483667"/>
          </pc:sldLayoutMkLst>
        </pc:sldLayoutChg>
        <pc:sldLayoutChg chg="del">
          <pc:chgData name="ROHMAT NURDIANTO (CRGL-THIRDPARTY.COM)" userId="00296497-ae00-4e46-acc0-c28dfadde543" providerId="ADAL" clId="{8E1DA45B-0AC7-4E1C-92A0-C4A2D0FD338C}" dt="2023-07-18T08:56:44.452" v="2008" actId="47"/>
          <pc:sldLayoutMkLst>
            <pc:docMk/>
            <pc:sldMasterMk cId="1769409517" sldId="2147483660"/>
            <pc:sldLayoutMk cId="3738038780" sldId="2147483668"/>
          </pc:sldLayoutMkLst>
        </pc:sldLayoutChg>
        <pc:sldLayoutChg chg="del">
          <pc:chgData name="ROHMAT NURDIANTO (CRGL-THIRDPARTY.COM)" userId="00296497-ae00-4e46-acc0-c28dfadde543" providerId="ADAL" clId="{8E1DA45B-0AC7-4E1C-92A0-C4A2D0FD338C}" dt="2023-07-18T08:56:44.452" v="2008" actId="47"/>
          <pc:sldLayoutMkLst>
            <pc:docMk/>
            <pc:sldMasterMk cId="1769409517" sldId="2147483660"/>
            <pc:sldLayoutMk cId="1991269055" sldId="2147483669"/>
          </pc:sldLayoutMkLst>
        </pc:sldLayoutChg>
        <pc:sldLayoutChg chg="del">
          <pc:chgData name="ROHMAT NURDIANTO (CRGL-THIRDPARTY.COM)" userId="00296497-ae00-4e46-acc0-c28dfadde543" providerId="ADAL" clId="{8E1DA45B-0AC7-4E1C-92A0-C4A2D0FD338C}" dt="2023-07-18T08:56:44.452" v="2008" actId="47"/>
          <pc:sldLayoutMkLst>
            <pc:docMk/>
            <pc:sldMasterMk cId="1769409517" sldId="2147483660"/>
            <pc:sldLayoutMk cId="636556708" sldId="2147483670"/>
          </pc:sldLayoutMkLst>
        </pc:sldLayoutChg>
        <pc:sldLayoutChg chg="del">
          <pc:chgData name="ROHMAT NURDIANTO (CRGL-THIRDPARTY.COM)" userId="00296497-ae00-4e46-acc0-c28dfadde543" providerId="ADAL" clId="{8E1DA45B-0AC7-4E1C-92A0-C4A2D0FD338C}" dt="2023-07-18T08:56:44.452" v="2008" actId="47"/>
          <pc:sldLayoutMkLst>
            <pc:docMk/>
            <pc:sldMasterMk cId="1769409517" sldId="2147483660"/>
            <pc:sldLayoutMk cId="3357100063" sldId="214748367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E08F2E-5F06-4CE2-A139-452A1382A6F0}" type="datetimeFigureOut">
              <a:rPr lang="en-US"/>
              <a:t>7/25/2023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8588A-5C4E-401A-AECC-B6F63A9DE965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99797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4C5DC6-1594-414D-9341-ABA08739246C}" type="datetimeFigureOut">
              <a:rPr lang="en-US"/>
              <a:t>7/25/2023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542409-6A04-4DC6-AC3A-D3758287A8F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1150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2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600200" y="0"/>
            <a:ext cx="5029200" cy="5943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777" y="3019706"/>
            <a:ext cx="4846320" cy="23876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777" y="5381894"/>
            <a:ext cx="4846320" cy="448056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8" name="Picture 7" descr="Puffy white clouds in deep blue sky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057400"/>
            <a:ext cx="1490472" cy="3886200"/>
          </a:xfrm>
          <a:prstGeom prst="rect">
            <a:avLst/>
          </a:prstGeom>
        </p:spPr>
      </p:pic>
      <p:pic>
        <p:nvPicPr>
          <p:cNvPr id="10" name="Picture 9" descr="Closeup of plant shoot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39128" y="2057400"/>
            <a:ext cx="2060767" cy="3886200"/>
          </a:xfrm>
          <a:prstGeom prst="rect">
            <a:avLst/>
          </a:prstGeom>
        </p:spPr>
      </p:pic>
      <p:pic>
        <p:nvPicPr>
          <p:cNvPr id="11" name="Picture 10" descr="Waves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09623" y="2057400"/>
            <a:ext cx="3282696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731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1B487-36FD-4CED-B07A-1A81FC6540B1}" type="datetime1">
              <a:rPr lang="en-US" smtClean="0"/>
              <a:pPr/>
              <a:t>7/25/2023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Add a footer</a:t>
            </a:r>
          </a:p>
        </p:txBody>
      </p:sp>
    </p:spTree>
    <p:extLst>
      <p:ext uri="{BB962C8B-B14F-4D97-AF65-F5344CB8AC3E}">
        <p14:creationId xmlns:p14="http://schemas.microsoft.com/office/powerpoint/2010/main" val="340511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00199" y="2059146"/>
            <a:ext cx="7199696" cy="3886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777" y="2263913"/>
            <a:ext cx="6949440" cy="3143393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777" y="5381893"/>
            <a:ext cx="6949440" cy="44952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 descr="Closeup of green plants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059146"/>
            <a:ext cx="1490472" cy="3886200"/>
          </a:xfrm>
          <a:prstGeom prst="rect">
            <a:avLst/>
          </a:prstGeom>
        </p:spPr>
      </p:pic>
      <p:pic>
        <p:nvPicPr>
          <p:cNvPr id="9" name="Picture 8" descr="Waves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09623" y="2059146"/>
            <a:ext cx="3282696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894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768">
          <p15:clr>
            <a:srgbClr val="FDE53C"/>
          </p15:clr>
        </p15:guide>
        <p15:guide id="2" orient="horz" pos="1296">
          <p15:clr>
            <a:srgbClr val="FDE53C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09700" y="1556281"/>
            <a:ext cx="4610099" cy="4620682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56281"/>
            <a:ext cx="4609775" cy="4620682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66BA0-BF77-43AC-894A-20AD8220B887}" type="datetime1">
              <a:rPr lang="en-US" smtClean="0"/>
              <a:pPr/>
              <a:t>7/25/2023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Add a footer</a:t>
            </a:r>
          </a:p>
        </p:txBody>
      </p:sp>
    </p:spTree>
    <p:extLst>
      <p:ext uri="{BB962C8B-B14F-4D97-AF65-F5344CB8AC3E}">
        <p14:creationId xmlns:p14="http://schemas.microsoft.com/office/powerpoint/2010/main" val="2781687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09699" y="1554480"/>
            <a:ext cx="4608576" cy="82391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09699" y="2434147"/>
            <a:ext cx="4608576" cy="3811271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554480"/>
            <a:ext cx="4610100" cy="82391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434147"/>
            <a:ext cx="4610100" cy="3811271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81B4D-F060-418E-A958-B2BDC1A258F8}" type="datetime1">
              <a:rPr lang="en-US" smtClean="0"/>
              <a:pPr/>
              <a:t>7/25/2023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Add a footer</a:t>
            </a:r>
          </a:p>
        </p:txBody>
      </p:sp>
    </p:spTree>
    <p:extLst>
      <p:ext uri="{BB962C8B-B14F-4D97-AF65-F5344CB8AC3E}">
        <p14:creationId xmlns:p14="http://schemas.microsoft.com/office/powerpoint/2010/main" val="2827180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6AC23-C97B-41FB-9B89-C7FE0FB631CA}" type="datetime1">
              <a:rPr lang="en-US" smtClean="0"/>
              <a:pPr/>
              <a:t>7/25/2023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Add a footer</a:t>
            </a:r>
          </a:p>
        </p:txBody>
      </p:sp>
    </p:spTree>
    <p:extLst>
      <p:ext uri="{BB962C8B-B14F-4D97-AF65-F5344CB8AC3E}">
        <p14:creationId xmlns:p14="http://schemas.microsoft.com/office/powerpoint/2010/main" val="2465877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B9673-AC7F-4F1F-84E4-F0E5EAAE106D}" type="datetime1">
              <a:rPr lang="en-US" smtClean="0"/>
              <a:pPr/>
              <a:t>7/25/2023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Add a footer</a:t>
            </a:r>
          </a:p>
        </p:txBody>
      </p:sp>
    </p:spTree>
    <p:extLst>
      <p:ext uri="{BB962C8B-B14F-4D97-AF65-F5344CB8AC3E}">
        <p14:creationId xmlns:p14="http://schemas.microsoft.com/office/powerpoint/2010/main" val="110739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82434" y="919616"/>
            <a:ext cx="4155622" cy="2532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9699" y="915923"/>
            <a:ext cx="5216979" cy="5065776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82434" y="3502152"/>
            <a:ext cx="4155622" cy="2479548"/>
          </a:xfrm>
        </p:spPr>
        <p:txBody>
          <a:bodyPr>
            <a:normAutofit/>
          </a:bodyPr>
          <a:lstStyle>
            <a:lvl1pPr marL="0" indent="0">
              <a:spcBef>
                <a:spcPts val="9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A3310-D664-4933-9402-AB5DB0887727}" type="datetime1">
              <a:rPr lang="en-US" smtClean="0"/>
              <a:pPr/>
              <a:t>7/25/2023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Add a footer</a:t>
            </a:r>
          </a:p>
        </p:txBody>
      </p:sp>
    </p:spTree>
    <p:extLst>
      <p:ext uri="{BB962C8B-B14F-4D97-AF65-F5344CB8AC3E}">
        <p14:creationId xmlns:p14="http://schemas.microsoft.com/office/powerpoint/2010/main" val="3023549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82435" y="919616"/>
            <a:ext cx="4155622" cy="2532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0" y="915923"/>
            <a:ext cx="6626677" cy="5065776"/>
          </a:xfrm>
        </p:spPr>
        <p:txBody>
          <a:bodyPr tIns="1371600">
            <a:normAutofit/>
          </a:bodyPr>
          <a:lstStyle>
            <a:lvl1pPr marL="0" indent="0" algn="ctr">
              <a:spcBef>
                <a:spcPts val="0"/>
              </a:spcBef>
              <a:buNone/>
              <a:defRPr sz="2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82435" y="3502152"/>
            <a:ext cx="4155622" cy="2479547"/>
          </a:xfrm>
        </p:spPr>
        <p:txBody>
          <a:bodyPr>
            <a:normAutofit/>
          </a:bodyPr>
          <a:lstStyle>
            <a:lvl1pPr marL="0" indent="0">
              <a:spcBef>
                <a:spcPts val="9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47A63-5E3D-469C-A0D1-119323F4F95E}" type="datetime1">
              <a:rPr lang="en-US" smtClean="0"/>
              <a:pPr/>
              <a:t>7/25/2023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Add a footer</a:t>
            </a:r>
          </a:p>
        </p:txBody>
      </p:sp>
    </p:spTree>
    <p:extLst>
      <p:ext uri="{BB962C8B-B14F-4D97-AF65-F5344CB8AC3E}">
        <p14:creationId xmlns:p14="http://schemas.microsoft.com/office/powerpoint/2010/main" val="216422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55A74-0919-413E-865C-E0E8D1722ED7}" type="datetime1">
              <a:rPr lang="en-US" smtClean="0"/>
              <a:pPr/>
              <a:t>7/25/2023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Add a footer</a:t>
            </a:r>
          </a:p>
        </p:txBody>
      </p:sp>
    </p:spTree>
    <p:extLst>
      <p:ext uri="{BB962C8B-B14F-4D97-AF65-F5344CB8AC3E}">
        <p14:creationId xmlns:p14="http://schemas.microsoft.com/office/powerpoint/2010/main" val="720709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90500"/>
            <a:ext cx="2057400" cy="59864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90500"/>
            <a:ext cx="7734300" cy="59864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/>
              <a:t>‹#›</a:t>
            </a:fld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FE46A-5893-4F80-829A-F37AF8AAC03B}" type="datetime1">
              <a:rPr lang="en-US" smtClean="0"/>
              <a:pPr/>
              <a:t>7/25/2023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Add a footer</a:t>
            </a:r>
          </a:p>
        </p:txBody>
      </p:sp>
    </p:spTree>
    <p:extLst>
      <p:ext uri="{BB962C8B-B14F-4D97-AF65-F5344CB8AC3E}">
        <p14:creationId xmlns:p14="http://schemas.microsoft.com/office/powerpoint/2010/main" val="1021014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629400"/>
            <a:ext cx="1499616" cy="228600"/>
          </a:xfrm>
          <a:prstGeom prst="rect">
            <a:avLst/>
          </a:prstGeom>
          <a:gradFill>
            <a:gsLst>
              <a:gs pos="0">
                <a:schemeClr val="accent1">
                  <a:lumMod val="15000"/>
                  <a:lumOff val="85000"/>
                </a:schemeClr>
              </a:gs>
              <a:gs pos="100000">
                <a:schemeClr val="accent1">
                  <a:lumMod val="15000"/>
                  <a:lumOff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09344" y="6629400"/>
            <a:ext cx="10582656" cy="228600"/>
          </a:xfrm>
          <a:prstGeom prst="rect">
            <a:avLst/>
          </a:prstGeom>
          <a:gradFill>
            <a:gsLst>
              <a:gs pos="0">
                <a:schemeClr val="accent1">
                  <a:lumMod val="35000"/>
                  <a:lumOff val="65000"/>
                </a:schemeClr>
              </a:gs>
              <a:gs pos="100000">
                <a:schemeClr val="accent1">
                  <a:lumMod val="35000"/>
                  <a:lumOff val="6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10026" y="276087"/>
            <a:ext cx="9371949" cy="11835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0027" y="1566001"/>
            <a:ext cx="9371948" cy="4620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629400"/>
            <a:ext cx="41040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CD8D479-8942-46E8-A226-A4E01F7A105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3403" y="6629400"/>
            <a:ext cx="100066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E56E745-E731-42F7-BC46-83DD513FC98F}" type="datetime1">
              <a:rPr lang="en-US" smtClean="0"/>
              <a:pPr/>
              <a:t>7/25/2023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37716" y="6629400"/>
            <a:ext cx="914425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046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spcBef>
          <a:spcPct val="0"/>
        </a:spcBef>
        <a:buNone/>
        <a:defRPr sz="34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10312" indent="-210312" algn="l" defTabSz="91440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38912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766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052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338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3624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5910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196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048256" indent="-155448" algn="l" defTabSz="91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maxpixel.net/University-Student-Hats-Graduation-Photo-1872810" TargetMode="External"/><Relationship Id="rId4" Type="http://schemas.openxmlformats.org/officeDocument/2006/relationships/image" Target="../media/image7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Kalender</a:t>
            </a:r>
            <a:r>
              <a:rPr lang="en-US" sz="4000" dirty="0"/>
              <a:t> Pendidikan </a:t>
            </a:r>
            <a:br>
              <a:rPr lang="en-US" sz="4000" dirty="0"/>
            </a:br>
            <a:r>
              <a:rPr lang="en-US" sz="4000" dirty="0"/>
              <a:t>YHMDC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2023-2024</a:t>
            </a:r>
          </a:p>
        </p:txBody>
      </p:sp>
      <p:pic>
        <p:nvPicPr>
          <p:cNvPr id="5" name="Picture 4" descr="A close-up of several colored ovals&#10;&#10;Description automatically generated">
            <a:extLst>
              <a:ext uri="{FF2B5EF4-FFF2-40B4-BE49-F238E27FC236}">
                <a16:creationId xmlns:a16="http://schemas.microsoft.com/office/drawing/2014/main" id="{19DBDD8D-46B8-10B2-51AE-D17B2C12AC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721" y="2457946"/>
            <a:ext cx="1146340" cy="1528453"/>
          </a:xfrm>
          <a:prstGeom prst="rect">
            <a:avLst/>
          </a:prstGeom>
        </p:spPr>
      </p:pic>
      <p:pic>
        <p:nvPicPr>
          <p:cNvPr id="6" name="Picture 5" descr="A group of graduates throwing their caps in the air&#10;&#10;Description automatically generated">
            <a:extLst>
              <a:ext uri="{FF2B5EF4-FFF2-40B4-BE49-F238E27FC236}">
                <a16:creationId xmlns:a16="http://schemas.microsoft.com/office/drawing/2014/main" id="{490C3125-E9B4-95AC-8A99-970308BFCF3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43361"/>
          <a:stretch/>
        </p:blipFill>
        <p:spPr>
          <a:xfrm>
            <a:off x="8900160" y="2065973"/>
            <a:ext cx="3291839" cy="3877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546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Kalender</a:t>
            </a:r>
            <a:r>
              <a:rPr lang="en-US" dirty="0"/>
              <a:t> Pendidikan YHMDC </a:t>
            </a:r>
            <a:r>
              <a:rPr lang="en-US" dirty="0" err="1"/>
              <a:t>Tahun</a:t>
            </a:r>
            <a:r>
              <a:rPr lang="en-US" dirty="0"/>
              <a:t> Pelajaran 2023/2024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CB0A158-958B-2373-4F56-5A6F2890F070}"/>
              </a:ext>
            </a:extLst>
          </p:cNvPr>
          <p:cNvSpPr txBox="1">
            <a:spLocks/>
          </p:cNvSpPr>
          <p:nvPr/>
        </p:nvSpPr>
        <p:spPr>
          <a:xfrm>
            <a:off x="2346960" y="44624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b="1" dirty="0" err="1"/>
              <a:t>Juli</a:t>
            </a:r>
            <a:r>
              <a:rPr lang="en-ID" b="1" dirty="0"/>
              <a:t> 2023</a:t>
            </a:r>
            <a:endParaRPr lang="en-US" b="1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CC4F980-EAFF-6FC5-0297-65548F7FE4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305580"/>
              </p:ext>
            </p:extLst>
          </p:nvPr>
        </p:nvGraphicFramePr>
        <p:xfrm>
          <a:off x="609601" y="593264"/>
          <a:ext cx="11043921" cy="582011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77703">
                  <a:extLst>
                    <a:ext uri="{9D8B030D-6E8A-4147-A177-3AD203B41FA5}">
                      <a16:colId xmlns:a16="http://schemas.microsoft.com/office/drawing/2014/main" val="3208766093"/>
                    </a:ext>
                  </a:extLst>
                </a:gridCol>
                <a:gridCol w="1577703">
                  <a:extLst>
                    <a:ext uri="{9D8B030D-6E8A-4147-A177-3AD203B41FA5}">
                      <a16:colId xmlns:a16="http://schemas.microsoft.com/office/drawing/2014/main" val="4046973630"/>
                    </a:ext>
                  </a:extLst>
                </a:gridCol>
                <a:gridCol w="1577703">
                  <a:extLst>
                    <a:ext uri="{9D8B030D-6E8A-4147-A177-3AD203B41FA5}">
                      <a16:colId xmlns:a16="http://schemas.microsoft.com/office/drawing/2014/main" val="2683676925"/>
                    </a:ext>
                  </a:extLst>
                </a:gridCol>
                <a:gridCol w="1579150">
                  <a:extLst>
                    <a:ext uri="{9D8B030D-6E8A-4147-A177-3AD203B41FA5}">
                      <a16:colId xmlns:a16="http://schemas.microsoft.com/office/drawing/2014/main" val="2359708642"/>
                    </a:ext>
                  </a:extLst>
                </a:gridCol>
                <a:gridCol w="1576256">
                  <a:extLst>
                    <a:ext uri="{9D8B030D-6E8A-4147-A177-3AD203B41FA5}">
                      <a16:colId xmlns:a16="http://schemas.microsoft.com/office/drawing/2014/main" val="835579556"/>
                    </a:ext>
                  </a:extLst>
                </a:gridCol>
                <a:gridCol w="1577703">
                  <a:extLst>
                    <a:ext uri="{9D8B030D-6E8A-4147-A177-3AD203B41FA5}">
                      <a16:colId xmlns:a16="http://schemas.microsoft.com/office/drawing/2014/main" val="1970674259"/>
                    </a:ext>
                  </a:extLst>
                </a:gridCol>
                <a:gridCol w="1577703">
                  <a:extLst>
                    <a:ext uri="{9D8B030D-6E8A-4147-A177-3AD203B41FA5}">
                      <a16:colId xmlns:a16="http://schemas.microsoft.com/office/drawing/2014/main" val="2457941480"/>
                    </a:ext>
                  </a:extLst>
                </a:gridCol>
              </a:tblGrid>
              <a:tr h="52613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rgbClr val="FF0000"/>
                          </a:solidFill>
                        </a:rPr>
                        <a:t>Minggu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Senin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Selasa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Rabu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Kamis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Jum’at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Sabtu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164279"/>
                  </a:ext>
                </a:extLst>
              </a:tr>
              <a:tr h="842022">
                <a:tc>
                  <a:txBody>
                    <a:bodyPr/>
                    <a:lstStyle/>
                    <a:p>
                      <a:r>
                        <a:rPr lang="en-ID" sz="1800" dirty="0">
                          <a:solidFill>
                            <a:srgbClr val="FE7676"/>
                          </a:solidFill>
                        </a:rPr>
                        <a:t>25</a:t>
                      </a:r>
                      <a:endParaRPr lang="en-US" sz="1800" dirty="0">
                        <a:solidFill>
                          <a:srgbClr val="FE767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/>
                        <a:t>Libur</a:t>
                      </a:r>
                      <a:r>
                        <a:rPr lang="en-ID" sz="1000" dirty="0"/>
                        <a:t> Semester 2</a:t>
                      </a:r>
                    </a:p>
                    <a:p>
                      <a:endParaRPr lang="en-ID" sz="1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27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/>
                        <a:t>Libur</a:t>
                      </a:r>
                      <a:r>
                        <a:rPr lang="en-ID" sz="1000" dirty="0"/>
                        <a:t> Semester 2</a:t>
                      </a:r>
                    </a:p>
                    <a:p>
                      <a:endParaRPr lang="en-ID" sz="1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endParaRPr lang="en-ID" sz="1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D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/>
                        <a:t>Libur</a:t>
                      </a:r>
                      <a:r>
                        <a:rPr lang="en-ID" sz="1000" dirty="0"/>
                        <a:t> Semester 2</a:t>
                      </a:r>
                    </a:p>
                    <a:p>
                      <a:pPr marL="0" algn="l" defTabSz="914400" rtl="0" eaLnBrk="1" latinLnBrk="0" hangingPunct="1"/>
                      <a:endParaRPr lang="en-ID" sz="10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ID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/>
                        <a:t>Libur</a:t>
                      </a:r>
                      <a:r>
                        <a:rPr lang="en-ID" sz="1000" dirty="0"/>
                        <a:t> Semester 2</a:t>
                      </a:r>
                    </a:p>
                    <a:p>
                      <a:pPr marL="0" algn="l" defTabSz="685800" rtl="0" eaLnBrk="1" latinLnBrk="0" hangingPunct="1"/>
                      <a:endParaRPr lang="en-ID" sz="10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/>
                        <a:t>Libur</a:t>
                      </a:r>
                      <a:r>
                        <a:rPr lang="en-ID" sz="1000" dirty="0"/>
                        <a:t> Semester 2</a:t>
                      </a:r>
                    </a:p>
                    <a:p>
                      <a:endParaRPr lang="en-ID" sz="10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1</a:t>
                      </a:r>
                    </a:p>
                    <a:p>
                      <a:r>
                        <a:rPr lang="en-ID" sz="1000" dirty="0" err="1"/>
                        <a:t>Libur</a:t>
                      </a:r>
                      <a:r>
                        <a:rPr lang="en-ID" sz="1000" dirty="0"/>
                        <a:t> Semester 2</a:t>
                      </a:r>
                    </a:p>
                    <a:p>
                      <a:endParaRPr lang="en-ID" sz="18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967400"/>
                  </a:ext>
                </a:extLst>
              </a:tr>
              <a:tr h="936104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  <a:p>
                      <a:endParaRPr 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/>
                        <a:t>Libur</a:t>
                      </a:r>
                      <a:r>
                        <a:rPr lang="en-ID" sz="1000" dirty="0"/>
                        <a:t> Semester 2</a:t>
                      </a:r>
                    </a:p>
                    <a:p>
                      <a:endParaRPr lang="en-ID" sz="10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/>
                        <a:t>Libur</a:t>
                      </a:r>
                      <a:r>
                        <a:rPr lang="en-ID" sz="1000" dirty="0"/>
                        <a:t> Semester 2</a:t>
                      </a:r>
                    </a:p>
                    <a:p>
                      <a:endParaRPr lang="en-ID" sz="10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/>
                        <a:t>Libur</a:t>
                      </a:r>
                      <a:r>
                        <a:rPr lang="en-ID" sz="1000" dirty="0"/>
                        <a:t> Semester 2</a:t>
                      </a:r>
                    </a:p>
                    <a:p>
                      <a:endParaRPr lang="en-ID" sz="18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/>
                        <a:t>Libur</a:t>
                      </a:r>
                      <a:r>
                        <a:rPr lang="en-ID" sz="1000" dirty="0"/>
                        <a:t> Semester 2</a:t>
                      </a:r>
                    </a:p>
                    <a:p>
                      <a:endParaRPr lang="en-ID" sz="10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/>
                        <a:t>Libur</a:t>
                      </a:r>
                      <a:r>
                        <a:rPr lang="en-ID" sz="1000" dirty="0"/>
                        <a:t> Semester 2</a:t>
                      </a:r>
                    </a:p>
                    <a:p>
                      <a:endParaRPr lang="en-US" sz="1000" dirty="0"/>
                    </a:p>
                    <a:p>
                      <a:endParaRPr lang="en-US" sz="18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/>
                        <a:t>Libur</a:t>
                      </a:r>
                      <a:r>
                        <a:rPr lang="en-ID" sz="1000" dirty="0"/>
                        <a:t> Semester 2</a:t>
                      </a:r>
                    </a:p>
                    <a:p>
                      <a:endParaRPr lang="en-US" sz="1000" dirty="0"/>
                    </a:p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8031225"/>
                  </a:ext>
                </a:extLst>
              </a:tr>
              <a:tr h="100811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9</a:t>
                      </a:r>
                    </a:p>
                    <a:p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  <a:br>
                        <a:rPr lang="en-US" sz="1800" dirty="0"/>
                      </a:br>
                      <a:r>
                        <a:rPr lang="en-US" sz="1000" dirty="0" err="1"/>
                        <a:t>Rapat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persiapan</a:t>
                      </a:r>
                      <a:r>
                        <a:rPr lang="en-US" sz="1000" dirty="0"/>
                        <a:t> TA 2023/2024</a:t>
                      </a:r>
                    </a:p>
                  </a:txBody>
                  <a:tcP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11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Rapat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persiapan</a:t>
                      </a:r>
                      <a:r>
                        <a:rPr lang="en-US" sz="1000" dirty="0"/>
                        <a:t> TA 2023/2024</a:t>
                      </a:r>
                      <a:endParaRPr lang="en-US" sz="1100" dirty="0"/>
                    </a:p>
                    <a:p>
                      <a:endParaRPr lang="en-US" sz="1800" dirty="0"/>
                    </a:p>
                  </a:txBody>
                  <a:tcP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Rapat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persiapan</a:t>
                      </a:r>
                      <a:r>
                        <a:rPr lang="en-US" sz="1000" dirty="0"/>
                        <a:t> TA 2023/2024</a:t>
                      </a:r>
                      <a:endParaRPr lang="en-US" sz="1800" dirty="0"/>
                    </a:p>
                    <a:p>
                      <a:endParaRPr lang="en-US" sz="1800" dirty="0"/>
                    </a:p>
                  </a:txBody>
                  <a:tcP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  <a:p>
                      <a:r>
                        <a:rPr lang="en-ID" sz="1000" dirty="0"/>
                        <a:t>Hari </a:t>
                      </a:r>
                      <a:r>
                        <a:rPr lang="en-ID" sz="1000" dirty="0" err="1"/>
                        <a:t>pertama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masuk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sekolah</a:t>
                      </a:r>
                      <a:r>
                        <a:rPr lang="en-ID" sz="1000" dirty="0"/>
                        <a:t> Semester 1</a:t>
                      </a:r>
                    </a:p>
                    <a:p>
                      <a:r>
                        <a:rPr lang="en-ID" sz="1000" dirty="0"/>
                        <a:t>MPLS</a:t>
                      </a:r>
                      <a:endParaRPr lang="en-US" sz="12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MPLS</a:t>
                      </a:r>
                    </a:p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bg1"/>
                        </a:gs>
                        <a:gs pos="100000">
                          <a:srgbClr val="00B050"/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15</a:t>
                      </a:r>
                    </a:p>
                    <a:p>
                      <a:r>
                        <a:rPr lang="en-ID" sz="1000" dirty="0"/>
                        <a:t>MPLS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  <a:p>
                      <a:endParaRPr lang="en-US" sz="1800" dirty="0"/>
                    </a:p>
                  </a:txBody>
                  <a:tcPr>
                    <a:gradFill flip="none" rotWithShape="1">
                      <a:gsLst>
                        <a:gs pos="0">
                          <a:schemeClr val="bg1"/>
                        </a:gs>
                        <a:gs pos="100000">
                          <a:srgbClr val="00B050"/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50264702"/>
                  </a:ext>
                </a:extLst>
              </a:tr>
              <a:tr h="936104">
                <a:tc>
                  <a:txBody>
                    <a:bodyPr/>
                    <a:lstStyle/>
                    <a:p>
                      <a:r>
                        <a:rPr lang="en-ID" sz="1800" dirty="0">
                          <a:solidFill>
                            <a:srgbClr val="FF0000"/>
                          </a:solidFill>
                        </a:rPr>
                        <a:t>16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000" dirty="0" err="1">
                          <a:solidFill>
                            <a:schemeClr val="tx1"/>
                          </a:solidFill>
                        </a:rPr>
                        <a:t>Tahun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</a:rPr>
                        <a:t>Baru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Islam 1 Muharram 1445 H</a:t>
                      </a:r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20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21</a:t>
                      </a:r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22</a:t>
                      </a:r>
                    </a:p>
                    <a:p>
                      <a:endParaRPr lang="en-US" sz="1800" dirty="0"/>
                    </a:p>
                  </a:txBody>
                  <a:tcPr>
                    <a:solidFill>
                      <a:srgbClr val="EC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766268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25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26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D7E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50343"/>
                  </a:ext>
                </a:extLst>
              </a:tr>
              <a:tr h="617344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31</a:t>
                      </a:r>
                    </a:p>
                    <a:p>
                      <a:pPr marL="0" algn="l" defTabSz="685800" rtl="0" eaLnBrk="1" latinLnBrk="0" hangingPunct="1"/>
                      <a:endParaRPr lang="en-US" sz="18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363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2294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Kalender</a:t>
            </a:r>
            <a:r>
              <a:rPr lang="en-US" dirty="0"/>
              <a:t> Pendidikan YHMDC </a:t>
            </a:r>
            <a:r>
              <a:rPr lang="en-US" dirty="0" err="1"/>
              <a:t>Tahun</a:t>
            </a:r>
            <a:r>
              <a:rPr lang="en-US" dirty="0"/>
              <a:t> Pelajaran 2023/2024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D3191E-DF00-95AD-9D50-E965F0E43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0" y="44624"/>
            <a:ext cx="7520940" cy="548640"/>
          </a:xfrm>
        </p:spPr>
        <p:txBody>
          <a:bodyPr>
            <a:normAutofit fontScale="90000"/>
          </a:bodyPr>
          <a:lstStyle/>
          <a:p>
            <a:r>
              <a:rPr lang="en-ID" b="1" dirty="0" err="1"/>
              <a:t>Agustus</a:t>
            </a:r>
            <a:r>
              <a:rPr lang="en-ID" b="1" dirty="0"/>
              <a:t> 2023</a:t>
            </a:r>
            <a:endParaRPr lang="en-US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EB3660E-694F-F6AB-E3E1-484116216C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941520"/>
              </p:ext>
            </p:extLst>
          </p:nvPr>
        </p:nvGraphicFramePr>
        <p:xfrm>
          <a:off x="609600" y="741238"/>
          <a:ext cx="11025350" cy="515006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75050">
                  <a:extLst>
                    <a:ext uri="{9D8B030D-6E8A-4147-A177-3AD203B41FA5}">
                      <a16:colId xmlns:a16="http://schemas.microsoft.com/office/drawing/2014/main" val="3208766093"/>
                    </a:ext>
                  </a:extLst>
                </a:gridCol>
                <a:gridCol w="1575050">
                  <a:extLst>
                    <a:ext uri="{9D8B030D-6E8A-4147-A177-3AD203B41FA5}">
                      <a16:colId xmlns:a16="http://schemas.microsoft.com/office/drawing/2014/main" val="4046973630"/>
                    </a:ext>
                  </a:extLst>
                </a:gridCol>
                <a:gridCol w="1575050">
                  <a:extLst>
                    <a:ext uri="{9D8B030D-6E8A-4147-A177-3AD203B41FA5}">
                      <a16:colId xmlns:a16="http://schemas.microsoft.com/office/drawing/2014/main" val="2683676925"/>
                    </a:ext>
                  </a:extLst>
                </a:gridCol>
                <a:gridCol w="1575050">
                  <a:extLst>
                    <a:ext uri="{9D8B030D-6E8A-4147-A177-3AD203B41FA5}">
                      <a16:colId xmlns:a16="http://schemas.microsoft.com/office/drawing/2014/main" val="2359708642"/>
                    </a:ext>
                  </a:extLst>
                </a:gridCol>
                <a:gridCol w="1575050">
                  <a:extLst>
                    <a:ext uri="{9D8B030D-6E8A-4147-A177-3AD203B41FA5}">
                      <a16:colId xmlns:a16="http://schemas.microsoft.com/office/drawing/2014/main" val="835579556"/>
                    </a:ext>
                  </a:extLst>
                </a:gridCol>
                <a:gridCol w="1575050">
                  <a:extLst>
                    <a:ext uri="{9D8B030D-6E8A-4147-A177-3AD203B41FA5}">
                      <a16:colId xmlns:a16="http://schemas.microsoft.com/office/drawing/2014/main" val="1970674259"/>
                    </a:ext>
                  </a:extLst>
                </a:gridCol>
                <a:gridCol w="1575050">
                  <a:extLst>
                    <a:ext uri="{9D8B030D-6E8A-4147-A177-3AD203B41FA5}">
                      <a16:colId xmlns:a16="http://schemas.microsoft.com/office/drawing/2014/main" val="2457941480"/>
                    </a:ext>
                  </a:extLst>
                </a:gridCol>
              </a:tblGrid>
              <a:tr h="40563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rgbClr val="FF0000"/>
                          </a:solidFill>
                        </a:rPr>
                        <a:t>Minggu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Senin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Selasa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Rabu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Kamis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Jum’at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Sabtu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164279"/>
                  </a:ext>
                </a:extLst>
              </a:tr>
              <a:tr h="818501"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ID" sz="1800" kern="1200" dirty="0">
                          <a:solidFill>
                            <a:srgbClr val="FE7676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endParaRPr lang="en-US" sz="1800" kern="1200" dirty="0">
                        <a:solidFill>
                          <a:srgbClr val="FE767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</a:p>
                    <a:p>
                      <a:endParaRPr lang="en-ID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D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4967400"/>
                  </a:ext>
                </a:extLst>
              </a:tr>
              <a:tr h="86385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9</a:t>
                      </a:r>
                    </a:p>
                    <a:p>
                      <a:endParaRPr lang="en-ID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11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031225"/>
                  </a:ext>
                </a:extLst>
              </a:tr>
              <a:tr h="110269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</a:t>
                      </a:r>
                      <a:br>
                        <a:rPr lang="en-US" sz="1800" dirty="0"/>
                      </a:b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  <a:p>
                      <a:endParaRPr lang="en-US" sz="1800" dirty="0"/>
                    </a:p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</a:t>
                      </a:r>
                    </a:p>
                  </a:txBody>
                  <a:tcPr>
                    <a:solidFill>
                      <a:srgbClr val="D7E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17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Hari </a:t>
                      </a:r>
                      <a:r>
                        <a:rPr lang="en-US" sz="1000" dirty="0" err="1"/>
                        <a:t>Kemerdekaan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Republik</a:t>
                      </a:r>
                      <a:r>
                        <a:rPr lang="en-US" sz="1000" dirty="0"/>
                        <a:t> Indonesia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  <a:p>
                      <a:endParaRPr lang="en-US" sz="18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19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64702"/>
                  </a:ext>
                </a:extLst>
              </a:tr>
              <a:tr h="835984">
                <a:tc>
                  <a:txBody>
                    <a:bodyPr/>
                    <a:lstStyle/>
                    <a:p>
                      <a:r>
                        <a:rPr lang="en-ID" sz="1800" dirty="0">
                          <a:solidFill>
                            <a:srgbClr val="FF0000"/>
                          </a:solidFill>
                        </a:rPr>
                        <a:t>20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23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24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26</a:t>
                      </a:r>
                    </a:p>
                    <a:p>
                      <a:endParaRPr lang="en-US" sz="1800" dirty="0"/>
                    </a:p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766268"/>
                  </a:ext>
                </a:extLst>
              </a:tr>
              <a:tr h="104498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28</a:t>
                      </a:r>
                    </a:p>
                    <a:p>
                      <a:r>
                        <a:rPr lang="en-US" sz="1000" dirty="0" err="1"/>
                        <a:t>Pelaksanaan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Supervisi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Komperehensif</a:t>
                      </a:r>
                      <a:endParaRPr lang="en-US" sz="1000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100000">
                          <a:schemeClr val="bg1"/>
                        </a:gs>
                        <a:gs pos="53000">
                          <a:srgbClr val="0AD1E6"/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29</a:t>
                      </a:r>
                    </a:p>
                    <a:p>
                      <a:r>
                        <a:rPr lang="en-US" sz="1000" dirty="0" err="1"/>
                        <a:t>Pelaksanaan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Supervisi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Komperehensif</a:t>
                      </a:r>
                      <a:endParaRPr lang="en-US" sz="1000" dirty="0"/>
                    </a:p>
                    <a:p>
                      <a:endParaRPr lang="en-US" sz="1800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100000">
                          <a:schemeClr val="bg1"/>
                        </a:gs>
                        <a:gs pos="53000">
                          <a:srgbClr val="0AD1E6"/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Pelaksanaan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Supervisi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Komperehensif</a:t>
                      </a:r>
                      <a:endParaRPr lang="en-US" sz="1000" dirty="0"/>
                    </a:p>
                    <a:p>
                      <a:pPr marL="0" algn="l" defTabSz="685800" rtl="0" eaLnBrk="1" latinLnBrk="0" hangingPunct="1"/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100000">
                          <a:schemeClr val="bg1"/>
                        </a:gs>
                        <a:gs pos="53000">
                          <a:srgbClr val="0AD1E6"/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Pelaksanaan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Supervisi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Komperehensif</a:t>
                      </a:r>
                      <a:endParaRPr lang="en-US" sz="1000" dirty="0"/>
                    </a:p>
                    <a:p>
                      <a:pPr marL="0" algn="l" defTabSz="685800" rtl="0" eaLnBrk="1" latinLnBrk="0" hangingPunct="1"/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100000">
                          <a:schemeClr val="bg1"/>
                        </a:gs>
                        <a:gs pos="53000">
                          <a:srgbClr val="0AD1E6"/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50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086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Kalender</a:t>
            </a:r>
            <a:r>
              <a:rPr lang="en-US" dirty="0"/>
              <a:t> Pendidikan YHMDC </a:t>
            </a:r>
            <a:r>
              <a:rPr lang="en-US" dirty="0" err="1"/>
              <a:t>Tahun</a:t>
            </a:r>
            <a:r>
              <a:rPr lang="en-US" dirty="0"/>
              <a:t> Pelajaran 2023/2024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713913-ECB1-4CC7-5D7D-A339FE42AF64}"/>
              </a:ext>
            </a:extLst>
          </p:cNvPr>
          <p:cNvSpPr txBox="1">
            <a:spLocks/>
          </p:cNvSpPr>
          <p:nvPr/>
        </p:nvSpPr>
        <p:spPr>
          <a:xfrm>
            <a:off x="2335529" y="79478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b="1" dirty="0"/>
              <a:t>September 2023</a:t>
            </a:r>
            <a:endParaRPr lang="en-US" b="1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6E1134F-5158-85A2-5F8F-225802911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855186"/>
              </p:ext>
            </p:extLst>
          </p:nvPr>
        </p:nvGraphicFramePr>
        <p:xfrm>
          <a:off x="599090" y="718461"/>
          <a:ext cx="10983308" cy="547299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69044">
                  <a:extLst>
                    <a:ext uri="{9D8B030D-6E8A-4147-A177-3AD203B41FA5}">
                      <a16:colId xmlns:a16="http://schemas.microsoft.com/office/drawing/2014/main" val="3208766093"/>
                    </a:ext>
                  </a:extLst>
                </a:gridCol>
                <a:gridCol w="1569044">
                  <a:extLst>
                    <a:ext uri="{9D8B030D-6E8A-4147-A177-3AD203B41FA5}">
                      <a16:colId xmlns:a16="http://schemas.microsoft.com/office/drawing/2014/main" val="4046973630"/>
                    </a:ext>
                  </a:extLst>
                </a:gridCol>
                <a:gridCol w="1569044">
                  <a:extLst>
                    <a:ext uri="{9D8B030D-6E8A-4147-A177-3AD203B41FA5}">
                      <a16:colId xmlns:a16="http://schemas.microsoft.com/office/drawing/2014/main" val="2683676925"/>
                    </a:ext>
                  </a:extLst>
                </a:gridCol>
                <a:gridCol w="1569044">
                  <a:extLst>
                    <a:ext uri="{9D8B030D-6E8A-4147-A177-3AD203B41FA5}">
                      <a16:colId xmlns:a16="http://schemas.microsoft.com/office/drawing/2014/main" val="2359708642"/>
                    </a:ext>
                  </a:extLst>
                </a:gridCol>
                <a:gridCol w="1569044">
                  <a:extLst>
                    <a:ext uri="{9D8B030D-6E8A-4147-A177-3AD203B41FA5}">
                      <a16:colId xmlns:a16="http://schemas.microsoft.com/office/drawing/2014/main" val="835579556"/>
                    </a:ext>
                  </a:extLst>
                </a:gridCol>
                <a:gridCol w="1569044">
                  <a:extLst>
                    <a:ext uri="{9D8B030D-6E8A-4147-A177-3AD203B41FA5}">
                      <a16:colId xmlns:a16="http://schemas.microsoft.com/office/drawing/2014/main" val="1970674259"/>
                    </a:ext>
                  </a:extLst>
                </a:gridCol>
                <a:gridCol w="1569044">
                  <a:extLst>
                    <a:ext uri="{9D8B030D-6E8A-4147-A177-3AD203B41FA5}">
                      <a16:colId xmlns:a16="http://schemas.microsoft.com/office/drawing/2014/main" val="2457941480"/>
                    </a:ext>
                  </a:extLst>
                </a:gridCol>
              </a:tblGrid>
              <a:tr h="48625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rgbClr val="FF0000"/>
                          </a:solidFill>
                        </a:rPr>
                        <a:t>Minggu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Senin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Selasa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Rabu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Kamis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Jum’at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Sabtu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164279"/>
                  </a:ext>
                </a:extLst>
              </a:tr>
              <a:tr h="92888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E7676"/>
                          </a:solidFill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ID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  <a:endParaRPr lang="en-US" sz="18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7E5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r>
                        <a:rPr lang="en-US" sz="1000" dirty="0" err="1"/>
                        <a:t>Pelaksanaan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Supervisi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Komperehensif</a:t>
                      </a:r>
                      <a:endParaRPr lang="en-US" sz="1000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55000">
                          <a:srgbClr val="0AD1E6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r>
                        <a:rPr lang="en-US" sz="1000" dirty="0" err="1"/>
                        <a:t>Pelaksanaan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Supervisi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Komperehensif</a:t>
                      </a:r>
                      <a:endParaRPr lang="en-US" sz="1000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55000">
                          <a:srgbClr val="0AD1E6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154967400"/>
                  </a:ext>
                </a:extLst>
              </a:tr>
              <a:tr h="1072055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031225"/>
                  </a:ext>
                </a:extLst>
              </a:tr>
              <a:tr h="110525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11</a:t>
                      </a:r>
                      <a:br>
                        <a:rPr lang="en-US" sz="1800" dirty="0"/>
                      </a:br>
                      <a:r>
                        <a:rPr lang="en-US" sz="1100" dirty="0" err="1"/>
                        <a:t>Penilaian</a:t>
                      </a:r>
                      <a:r>
                        <a:rPr lang="en-US" sz="1100" dirty="0"/>
                        <a:t> Tengah Semester 1</a:t>
                      </a:r>
                    </a:p>
                    <a:p>
                      <a:endParaRPr lang="en-US" sz="1100" dirty="0"/>
                    </a:p>
                  </a:txBody>
                  <a:tcPr>
                    <a:pattFill prst="wdUpDiag">
                      <a:fgClr>
                        <a:srgbClr val="D2DEEF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Penilaian</a:t>
                      </a:r>
                      <a:r>
                        <a:rPr lang="en-US" sz="1000" dirty="0"/>
                        <a:t> Tengah Semester 1</a:t>
                      </a:r>
                    </a:p>
                    <a:p>
                      <a:endParaRPr lang="en-US" sz="1000" dirty="0"/>
                    </a:p>
                  </a:txBody>
                  <a:tcPr>
                    <a:pattFill prst="wdUpDiag">
                      <a:fgClr>
                        <a:srgbClr val="D2DEEF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Penilaian</a:t>
                      </a:r>
                      <a:r>
                        <a:rPr lang="en-US" sz="1000" dirty="0"/>
                        <a:t> Tengah Semester 1</a:t>
                      </a:r>
                    </a:p>
                    <a:p>
                      <a:endParaRPr lang="en-US" sz="1000" dirty="0"/>
                    </a:p>
                  </a:txBody>
                  <a:tcPr>
                    <a:pattFill prst="wdUpDiag">
                      <a:fgClr>
                        <a:srgbClr val="D2DEEF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Penilaian</a:t>
                      </a:r>
                      <a:r>
                        <a:rPr lang="en-US" sz="1000" dirty="0"/>
                        <a:t> Tengah Semester 1</a:t>
                      </a:r>
                    </a:p>
                    <a:p>
                      <a:endParaRPr lang="en-US" sz="1000" dirty="0"/>
                    </a:p>
                  </a:txBody>
                  <a:tcPr>
                    <a:pattFill prst="wdUpDiag">
                      <a:fgClr>
                        <a:srgbClr val="D2DEEF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Penilaian</a:t>
                      </a:r>
                      <a:r>
                        <a:rPr lang="en-US" sz="1000" dirty="0"/>
                        <a:t> Tengah Semester 1</a:t>
                      </a:r>
                    </a:p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pattFill prst="wdUpDiag">
                      <a:fgClr>
                        <a:srgbClr val="D2DEEF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16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Penilaian</a:t>
                      </a:r>
                      <a:r>
                        <a:rPr lang="en-US" sz="1000" dirty="0"/>
                        <a:t> Tengah Semester 1</a:t>
                      </a:r>
                    </a:p>
                    <a:p>
                      <a:endParaRPr lang="en-US" sz="1000" dirty="0"/>
                    </a:p>
                  </a:txBody>
                  <a:tcPr>
                    <a:pattFill prst="wdUpDiag">
                      <a:fgClr>
                        <a:srgbClr val="D2DEEF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50264702"/>
                  </a:ext>
                </a:extLst>
              </a:tr>
              <a:tr h="936547">
                <a:tc>
                  <a:txBody>
                    <a:bodyPr/>
                    <a:lstStyle/>
                    <a:p>
                      <a:r>
                        <a:rPr lang="en-ID" sz="1800" dirty="0">
                          <a:solidFill>
                            <a:srgbClr val="FF0000"/>
                          </a:solidFill>
                        </a:rPr>
                        <a:t>17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</a:t>
                      </a:r>
                    </a:p>
                    <a:p>
                      <a:r>
                        <a:rPr lang="en-US" sz="1000" dirty="0"/>
                        <a:t>ANBK SMP</a:t>
                      </a:r>
                    </a:p>
                  </a:txBody>
                  <a:tcPr>
                    <a:solidFill>
                      <a:srgbClr val="0AD1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ANBK SMP</a:t>
                      </a:r>
                      <a:endParaRPr lang="en-US" sz="1000" i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000" dirty="0"/>
                    </a:p>
                    <a:p>
                      <a:endParaRPr lang="en-US" sz="1100" dirty="0"/>
                    </a:p>
                  </a:txBody>
                  <a:tcPr>
                    <a:solidFill>
                      <a:srgbClr val="0AD1E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20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ANBK SMP</a:t>
                      </a:r>
                      <a:endParaRPr lang="en-US" sz="1000" i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en-US" sz="1000" kern="1200" dirty="0">
                        <a:solidFill>
                          <a:schemeClr val="dk1"/>
                        </a:solidFill>
                      </a:endParaRPr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AD1E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21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ANBK SMP</a:t>
                      </a:r>
                      <a:endParaRPr lang="en-US" sz="1000" i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en-US" sz="1000" kern="1200" dirty="0">
                        <a:solidFill>
                          <a:schemeClr val="dk1"/>
                        </a:solidFill>
                      </a:endParaRPr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AD1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ANBK SMP</a:t>
                      </a:r>
                      <a:endParaRPr lang="en-US" sz="1000" i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000" dirty="0"/>
                    </a:p>
                    <a:p>
                      <a:endParaRPr lang="en-US" sz="1100" dirty="0"/>
                    </a:p>
                  </a:txBody>
                  <a:tcPr>
                    <a:solidFill>
                      <a:srgbClr val="0AD1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ANBK SMP</a:t>
                      </a:r>
                      <a:endParaRPr lang="en-US" sz="1000" i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000" dirty="0"/>
                    </a:p>
                    <a:p>
                      <a:endParaRPr lang="en-US" sz="1800" dirty="0"/>
                    </a:p>
                  </a:txBody>
                  <a:tcPr>
                    <a:solidFill>
                      <a:srgbClr val="0AD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766268"/>
                  </a:ext>
                </a:extLst>
              </a:tr>
              <a:tr h="93566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Students Fun Day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Students Fun Day</a:t>
                      </a:r>
                    </a:p>
                    <a:p>
                      <a:endParaRPr lang="en-US" sz="10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27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Students Fun Day</a:t>
                      </a:r>
                    </a:p>
                    <a:p>
                      <a:pPr marL="0" algn="l" defTabSz="914400" rtl="0" eaLnBrk="1" latinLnBrk="0" hangingPunct="1"/>
                      <a:endParaRPr lang="en-US" sz="1000" kern="1200" dirty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28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Maulid</a:t>
                      </a:r>
                      <a:r>
                        <a:rPr lang="en-US" sz="1000" dirty="0"/>
                        <a:t> Nabi Muhammad SAW</a:t>
                      </a:r>
                    </a:p>
                    <a:p>
                      <a:r>
                        <a:rPr lang="en-US" sz="1000" dirty="0"/>
                        <a:t>1445 H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  <a:p>
                      <a:pPr marL="0" algn="l" defTabSz="685800" rtl="0" eaLnBrk="1" latinLnBrk="0" hangingPunct="1"/>
                      <a:endParaRPr lang="en-US" sz="18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50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3021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B937F8-1FB4-20A7-E32D-0F30063382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309277"/>
              </p:ext>
            </p:extLst>
          </p:nvPr>
        </p:nvGraphicFramePr>
        <p:xfrm>
          <a:off x="609600" y="593265"/>
          <a:ext cx="11004328" cy="576350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72047">
                  <a:extLst>
                    <a:ext uri="{9D8B030D-6E8A-4147-A177-3AD203B41FA5}">
                      <a16:colId xmlns:a16="http://schemas.microsoft.com/office/drawing/2014/main" val="3208766093"/>
                    </a:ext>
                  </a:extLst>
                </a:gridCol>
                <a:gridCol w="1660816">
                  <a:extLst>
                    <a:ext uri="{9D8B030D-6E8A-4147-A177-3AD203B41FA5}">
                      <a16:colId xmlns:a16="http://schemas.microsoft.com/office/drawing/2014/main" val="4046973630"/>
                    </a:ext>
                  </a:extLst>
                </a:gridCol>
                <a:gridCol w="1590658">
                  <a:extLst>
                    <a:ext uri="{9D8B030D-6E8A-4147-A177-3AD203B41FA5}">
                      <a16:colId xmlns:a16="http://schemas.microsoft.com/office/drawing/2014/main" val="2683676925"/>
                    </a:ext>
                  </a:extLst>
                </a:gridCol>
                <a:gridCol w="1565649">
                  <a:extLst>
                    <a:ext uri="{9D8B030D-6E8A-4147-A177-3AD203B41FA5}">
                      <a16:colId xmlns:a16="http://schemas.microsoft.com/office/drawing/2014/main" val="2359708642"/>
                    </a:ext>
                  </a:extLst>
                </a:gridCol>
                <a:gridCol w="1519303">
                  <a:extLst>
                    <a:ext uri="{9D8B030D-6E8A-4147-A177-3AD203B41FA5}">
                      <a16:colId xmlns:a16="http://schemas.microsoft.com/office/drawing/2014/main" val="835579556"/>
                    </a:ext>
                  </a:extLst>
                </a:gridCol>
                <a:gridCol w="1523808">
                  <a:extLst>
                    <a:ext uri="{9D8B030D-6E8A-4147-A177-3AD203B41FA5}">
                      <a16:colId xmlns:a16="http://schemas.microsoft.com/office/drawing/2014/main" val="1970674259"/>
                    </a:ext>
                  </a:extLst>
                </a:gridCol>
                <a:gridCol w="1572047">
                  <a:extLst>
                    <a:ext uri="{9D8B030D-6E8A-4147-A177-3AD203B41FA5}">
                      <a16:colId xmlns:a16="http://schemas.microsoft.com/office/drawing/2014/main" val="2457941480"/>
                    </a:ext>
                  </a:extLst>
                </a:gridCol>
              </a:tblGrid>
              <a:tr h="41001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rgbClr val="FF0000"/>
                          </a:solidFill>
                        </a:rPr>
                        <a:t>Minggu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Senin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Selasa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Rabu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Kamis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Jum’at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Sabtu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164279"/>
                  </a:ext>
                </a:extLst>
              </a:tr>
              <a:tr h="58927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E7676"/>
                          </a:solidFill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ID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  <a:endParaRPr lang="en-US" sz="18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7E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967400"/>
                  </a:ext>
                </a:extLst>
              </a:tr>
              <a:tr h="58927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2</a:t>
                      </a:r>
                    </a:p>
                    <a:p>
                      <a:r>
                        <a:rPr lang="en-ID" sz="1100" dirty="0"/>
                        <a:t>TWC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bg1"/>
                        </a:gs>
                        <a:gs pos="43000">
                          <a:srgbClr val="BCFAFC"/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3</a:t>
                      </a:r>
                    </a:p>
                    <a:p>
                      <a:r>
                        <a:rPr lang="en-ID" sz="1100" dirty="0"/>
                        <a:t>TWC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bg1"/>
                        </a:gs>
                        <a:gs pos="43000">
                          <a:srgbClr val="BCFAFC"/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4</a:t>
                      </a:r>
                    </a:p>
                    <a:p>
                      <a:r>
                        <a:rPr lang="en-ID" sz="1100" dirty="0"/>
                        <a:t>TWC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bg1"/>
                        </a:gs>
                        <a:gs pos="43000">
                          <a:srgbClr val="BCFAFC"/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5</a:t>
                      </a:r>
                    </a:p>
                    <a:p>
                      <a:r>
                        <a:rPr lang="en-ID" sz="1100" dirty="0"/>
                        <a:t>TWC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bg1"/>
                        </a:gs>
                        <a:gs pos="43000">
                          <a:srgbClr val="BCFAFC"/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  <a:p>
                      <a:r>
                        <a:rPr lang="en-US" sz="1100" dirty="0"/>
                        <a:t>TWC</a:t>
                      </a:r>
                    </a:p>
                    <a:p>
                      <a:endParaRPr lang="en-US" sz="1800" dirty="0"/>
                    </a:p>
                  </a:txBody>
                  <a:tcPr>
                    <a:gradFill>
                      <a:gsLst>
                        <a:gs pos="0">
                          <a:schemeClr val="bg1"/>
                        </a:gs>
                        <a:gs pos="43000">
                          <a:srgbClr val="BCFAFC"/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27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  <a:p>
                      <a:r>
                        <a:rPr lang="en-US" sz="1000" dirty="0"/>
                        <a:t>TWC</a:t>
                      </a:r>
                    </a:p>
                  </a:txBody>
                  <a:tcPr>
                    <a:gradFill>
                      <a:gsLst>
                        <a:gs pos="0">
                          <a:schemeClr val="bg1"/>
                        </a:gs>
                        <a:gs pos="43000">
                          <a:srgbClr val="BCFAFC"/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27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658031225"/>
                  </a:ext>
                </a:extLst>
              </a:tr>
              <a:tr h="591693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</a:t>
                      </a:r>
                      <a:br>
                        <a:rPr lang="en-US" sz="1800" dirty="0"/>
                      </a:br>
                      <a:r>
                        <a:rPr lang="en-US" sz="1000" dirty="0"/>
                        <a:t>ANBK SD</a:t>
                      </a:r>
                      <a:endParaRPr lang="en-US" sz="1800" dirty="0"/>
                    </a:p>
                  </a:txBody>
                  <a:tcPr>
                    <a:solidFill>
                      <a:srgbClr val="0AD1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  <a:p>
                      <a:r>
                        <a:rPr lang="en-US" sz="1000" dirty="0"/>
                        <a:t>ANBK SD</a:t>
                      </a:r>
                    </a:p>
                  </a:txBody>
                  <a:tcPr>
                    <a:solidFill>
                      <a:srgbClr val="0AD1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11</a:t>
                      </a:r>
                    </a:p>
                    <a:p>
                      <a:r>
                        <a:rPr lang="en-US" sz="1000" dirty="0"/>
                        <a:t>ANBK SD</a:t>
                      </a:r>
                    </a:p>
                    <a:p>
                      <a:endParaRPr lang="en-US" sz="1000" dirty="0"/>
                    </a:p>
                    <a:p>
                      <a:endParaRPr lang="en-US" sz="1000" dirty="0"/>
                    </a:p>
                  </a:txBody>
                  <a:tcPr>
                    <a:solidFill>
                      <a:srgbClr val="0AD1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ANBK SD</a:t>
                      </a:r>
                    </a:p>
                  </a:txBody>
                  <a:tcPr>
                    <a:solidFill>
                      <a:srgbClr val="0AD1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ANBK SD</a:t>
                      </a:r>
                    </a:p>
                  </a:txBody>
                  <a:tcPr>
                    <a:solidFill>
                      <a:srgbClr val="0AD1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14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ANBK SD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>
                    <a:solidFill>
                      <a:srgbClr val="0AD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64702"/>
                  </a:ext>
                </a:extLst>
              </a:tr>
              <a:tr h="676620">
                <a:tc>
                  <a:txBody>
                    <a:bodyPr/>
                    <a:lstStyle/>
                    <a:p>
                      <a:r>
                        <a:rPr lang="en-ID" sz="1800" dirty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</a:t>
                      </a:r>
                    </a:p>
                    <a:p>
                      <a:r>
                        <a:rPr lang="en-US" sz="1000" dirty="0" err="1">
                          <a:highlight>
                            <a:srgbClr val="B1DFD5"/>
                          </a:highlight>
                        </a:rPr>
                        <a:t>Penyusunan</a:t>
                      </a:r>
                      <a:r>
                        <a:rPr lang="en-US" sz="1000" dirty="0">
                          <a:highlight>
                            <a:srgbClr val="B1DFD5"/>
                          </a:highlight>
                        </a:rPr>
                        <a:t> Program </a:t>
                      </a:r>
                      <a:r>
                        <a:rPr lang="en-US" sz="1000" dirty="0" err="1">
                          <a:highlight>
                            <a:srgbClr val="B1DFD5"/>
                          </a:highlight>
                        </a:rPr>
                        <a:t>Sekolah</a:t>
                      </a:r>
                      <a:endParaRPr lang="en-US" sz="1000" dirty="0">
                        <a:highlight>
                          <a:srgbClr val="B1DFD5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17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highlight>
                            <a:srgbClr val="B1DFD5"/>
                          </a:highlight>
                        </a:rPr>
                        <a:t>Penyusunan</a:t>
                      </a:r>
                      <a:r>
                        <a:rPr lang="en-US" sz="1000" dirty="0">
                          <a:highlight>
                            <a:srgbClr val="B1DFD5"/>
                          </a:highlight>
                        </a:rPr>
                        <a:t> Program </a:t>
                      </a:r>
                      <a:r>
                        <a:rPr lang="en-US" sz="1000" dirty="0" err="1">
                          <a:highlight>
                            <a:srgbClr val="B1DFD5"/>
                          </a:highlight>
                        </a:rPr>
                        <a:t>Sekolah</a:t>
                      </a:r>
                      <a:endParaRPr lang="en-US" sz="1000" dirty="0">
                        <a:highlight>
                          <a:srgbClr val="B1DFD5"/>
                        </a:highlight>
                      </a:endParaRPr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18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highlight>
                            <a:srgbClr val="B1DFD5"/>
                          </a:highlight>
                        </a:rPr>
                        <a:t>Penyusunan</a:t>
                      </a:r>
                      <a:r>
                        <a:rPr lang="en-US" sz="1000" dirty="0">
                          <a:highlight>
                            <a:srgbClr val="B1DFD5"/>
                          </a:highlight>
                        </a:rPr>
                        <a:t> Program </a:t>
                      </a:r>
                      <a:r>
                        <a:rPr lang="en-US" sz="1000" dirty="0" err="1">
                          <a:highlight>
                            <a:srgbClr val="B1DFD5"/>
                          </a:highlight>
                        </a:rPr>
                        <a:t>Sekolah</a:t>
                      </a:r>
                      <a:endParaRPr lang="en-US" sz="1000" dirty="0">
                        <a:highlight>
                          <a:srgbClr val="B1DFD5"/>
                        </a:highlight>
                      </a:endParaRPr>
                    </a:p>
                    <a:p>
                      <a:pPr marL="0" algn="l" defTabSz="914400" rtl="0" eaLnBrk="1" latinLnBrk="0" hangingPunct="1"/>
                      <a:endParaRPr lang="en-US" sz="1000" kern="1200" dirty="0">
                        <a:solidFill>
                          <a:schemeClr val="dk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highlight>
                            <a:srgbClr val="B1DFD5"/>
                          </a:highlight>
                        </a:rPr>
                        <a:t>Penyusunan</a:t>
                      </a:r>
                      <a:r>
                        <a:rPr lang="en-US" sz="1000" dirty="0">
                          <a:highlight>
                            <a:srgbClr val="B1DFD5"/>
                          </a:highlight>
                        </a:rPr>
                        <a:t> Program </a:t>
                      </a:r>
                      <a:r>
                        <a:rPr lang="en-US" sz="1000" dirty="0" err="1">
                          <a:highlight>
                            <a:srgbClr val="B1DFD5"/>
                          </a:highlight>
                        </a:rPr>
                        <a:t>Sekolah</a:t>
                      </a:r>
                      <a:endParaRPr lang="en-US" sz="1000" dirty="0">
                        <a:highlight>
                          <a:srgbClr val="B1DFD5"/>
                        </a:highlight>
                      </a:endParaRPr>
                    </a:p>
                    <a:p>
                      <a:pPr marL="0" algn="l" defTabSz="914400" rtl="0" eaLnBrk="1" latinLnBrk="0" hangingPunct="1"/>
                      <a:endParaRPr 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highlight>
                            <a:srgbClr val="B1DFD5"/>
                          </a:highlight>
                        </a:rPr>
                        <a:t>Penyusunan</a:t>
                      </a:r>
                      <a:r>
                        <a:rPr lang="en-US" sz="1000" dirty="0">
                          <a:highlight>
                            <a:srgbClr val="B1DFD5"/>
                          </a:highlight>
                        </a:rPr>
                        <a:t> Program </a:t>
                      </a:r>
                      <a:r>
                        <a:rPr lang="en-US" sz="1000" dirty="0" err="1">
                          <a:highlight>
                            <a:srgbClr val="B1DFD5"/>
                          </a:highlight>
                        </a:rPr>
                        <a:t>Sekolah</a:t>
                      </a:r>
                      <a:endParaRPr lang="en-US" sz="1000" dirty="0">
                        <a:highlight>
                          <a:srgbClr val="B1DFD5"/>
                        </a:highlight>
                      </a:endParaRPr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highlight>
                            <a:srgbClr val="B1DFD5"/>
                          </a:highlight>
                        </a:rPr>
                        <a:t>Penyusunan</a:t>
                      </a:r>
                      <a:r>
                        <a:rPr lang="en-US" sz="1000" dirty="0">
                          <a:highlight>
                            <a:srgbClr val="B1DFD5"/>
                          </a:highlight>
                        </a:rPr>
                        <a:t> Program </a:t>
                      </a:r>
                      <a:r>
                        <a:rPr lang="en-US" sz="1000" dirty="0" err="1">
                          <a:highlight>
                            <a:srgbClr val="B1DFD5"/>
                          </a:highlight>
                        </a:rPr>
                        <a:t>Sekolah</a:t>
                      </a:r>
                      <a:endParaRPr lang="en-US" sz="1000" dirty="0">
                        <a:highlight>
                          <a:srgbClr val="B1DFD5"/>
                        </a:highlight>
                      </a:endParaRPr>
                    </a:p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766268"/>
                  </a:ext>
                </a:extLst>
              </a:tr>
              <a:tr h="94913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23</a:t>
                      </a:r>
                    </a:p>
                    <a:p>
                      <a:r>
                        <a:rPr lang="en-US" sz="1000" dirty="0" err="1">
                          <a:highlight>
                            <a:srgbClr val="FE4848"/>
                          </a:highlight>
                        </a:rPr>
                        <a:t>Penyusunan</a:t>
                      </a:r>
                      <a:r>
                        <a:rPr lang="en-US" sz="1000" dirty="0">
                          <a:highlight>
                            <a:srgbClr val="FE4848"/>
                          </a:highlight>
                        </a:rPr>
                        <a:t> draft budget OPEX &amp; CAPEX </a:t>
                      </a:r>
                      <a:r>
                        <a:rPr lang="en-US" sz="1000" dirty="0" err="1">
                          <a:highlight>
                            <a:srgbClr val="FE4848"/>
                          </a:highlight>
                        </a:rPr>
                        <a:t>Sekolah</a:t>
                      </a:r>
                      <a:r>
                        <a:rPr lang="en-US" sz="1000" dirty="0">
                          <a:highlight>
                            <a:srgbClr val="FE4848"/>
                          </a:highlight>
                        </a:rPr>
                        <a:t> FY 2024/2025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24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highlight>
                            <a:srgbClr val="FE4848"/>
                          </a:highlight>
                        </a:rPr>
                        <a:t>Penyusunan</a:t>
                      </a:r>
                      <a:r>
                        <a:rPr lang="en-US" sz="1000" dirty="0">
                          <a:highlight>
                            <a:srgbClr val="FE4848"/>
                          </a:highlight>
                        </a:rPr>
                        <a:t> draft budget OPEX &amp; CAPEX </a:t>
                      </a:r>
                      <a:r>
                        <a:rPr lang="en-US" sz="1000" dirty="0" err="1">
                          <a:highlight>
                            <a:srgbClr val="FE4848"/>
                          </a:highlight>
                        </a:rPr>
                        <a:t>Sekolah</a:t>
                      </a:r>
                      <a:r>
                        <a:rPr lang="en-US" sz="1000" dirty="0">
                          <a:highlight>
                            <a:srgbClr val="FE4848"/>
                          </a:highlight>
                        </a:rPr>
                        <a:t> FY 2024/2025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highlight>
                            <a:srgbClr val="FE4848"/>
                          </a:highlight>
                        </a:rPr>
                        <a:t>Penyusunan</a:t>
                      </a:r>
                      <a:r>
                        <a:rPr lang="en-US" sz="1000" dirty="0">
                          <a:highlight>
                            <a:srgbClr val="FE4848"/>
                          </a:highlight>
                        </a:rPr>
                        <a:t> draft budget OPEX &amp; CAPEX </a:t>
                      </a:r>
                      <a:r>
                        <a:rPr lang="en-US" sz="1000" dirty="0" err="1">
                          <a:highlight>
                            <a:srgbClr val="FE4848"/>
                          </a:highlight>
                        </a:rPr>
                        <a:t>Sekolah</a:t>
                      </a:r>
                      <a:r>
                        <a:rPr lang="en-US" sz="1000" dirty="0">
                          <a:highlight>
                            <a:srgbClr val="FE4848"/>
                          </a:highlight>
                        </a:rPr>
                        <a:t> FY 2024/2025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HMDC </a:t>
                      </a:r>
                      <a:r>
                        <a:rPr lang="en-US" sz="110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Enterpreuner</a:t>
                      </a:r>
                      <a:r>
                        <a:rPr lang="en-US" sz="11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27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HMDC </a:t>
                      </a:r>
                      <a:r>
                        <a:rPr lang="en-US" sz="110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Enterpreuner</a:t>
                      </a:r>
                      <a:r>
                        <a:rPr lang="en-US" sz="11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Day</a:t>
                      </a:r>
                    </a:p>
                  </a:txBody>
                  <a:tcPr>
                    <a:solidFill>
                      <a:srgbClr val="D7E5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Hari 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</a:rPr>
                        <a:t>Sumpah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Pemuda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HMDC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Enterpreuner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 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50343"/>
                  </a:ext>
                </a:extLst>
              </a:tr>
              <a:tr h="606017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  <a:p>
                      <a:r>
                        <a:rPr lang="en-US" sz="1000" dirty="0" err="1">
                          <a:highlight>
                            <a:srgbClr val="FF0000"/>
                          </a:highlight>
                        </a:rPr>
                        <a:t>Penyusunan</a:t>
                      </a:r>
                      <a:r>
                        <a:rPr lang="en-US" sz="1000" dirty="0">
                          <a:highlight>
                            <a:srgbClr val="FF0000"/>
                          </a:highlight>
                        </a:rPr>
                        <a:t> draft budget OPEX &amp; CAPEX </a:t>
                      </a:r>
                      <a:r>
                        <a:rPr lang="en-US" sz="1000" dirty="0" err="1">
                          <a:highlight>
                            <a:srgbClr val="FF0000"/>
                          </a:highlight>
                        </a:rPr>
                        <a:t>Sekolah</a:t>
                      </a:r>
                      <a:r>
                        <a:rPr lang="en-US" sz="1000" dirty="0">
                          <a:highlight>
                            <a:srgbClr val="FF0000"/>
                          </a:highlight>
                        </a:rPr>
                        <a:t> FY 2024/2025</a:t>
                      </a:r>
                    </a:p>
                    <a:p>
                      <a:pPr marL="0" algn="l" defTabSz="685800" rtl="0" eaLnBrk="1" latinLnBrk="0" hangingPunct="1"/>
                      <a:endParaRPr lang="en-US" sz="11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highlight>
                            <a:srgbClr val="FF0000"/>
                          </a:highlight>
                        </a:rPr>
                        <a:t>Penyusunan</a:t>
                      </a:r>
                      <a:r>
                        <a:rPr lang="en-US" sz="1000" dirty="0">
                          <a:highlight>
                            <a:srgbClr val="FF0000"/>
                          </a:highlight>
                        </a:rPr>
                        <a:t> draft budget OPEX &amp; CAPEX </a:t>
                      </a:r>
                      <a:r>
                        <a:rPr lang="en-US" sz="1000" dirty="0" err="1">
                          <a:highlight>
                            <a:srgbClr val="FF0000"/>
                          </a:highlight>
                        </a:rPr>
                        <a:t>Sekolah</a:t>
                      </a:r>
                      <a:r>
                        <a:rPr lang="en-US" sz="1000" dirty="0">
                          <a:highlight>
                            <a:srgbClr val="FF0000"/>
                          </a:highlight>
                        </a:rPr>
                        <a:t> FY 2024/2025</a:t>
                      </a:r>
                    </a:p>
                    <a:p>
                      <a:pPr marL="0" algn="l" defTabSz="685800" rtl="0" eaLnBrk="1" latinLnBrk="0" hangingPunct="1"/>
                      <a:endParaRPr lang="en-US" sz="10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685800" rtl="0" eaLnBrk="1" latinLnBrk="0" hangingPunct="1"/>
                      <a:endParaRPr lang="en-US" sz="18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75288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D8D479-8942-46E8-A226-A4E01F7A105C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8BAA00">
                    <a:lumMod val="50000"/>
                  </a:srgbClr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8BAA00">
                  <a:lumMod val="50000"/>
                </a:srgbClr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Kalender</a:t>
            </a:r>
            <a:r>
              <a:rPr lang="en-US" dirty="0"/>
              <a:t> Pendidikan YHMDC </a:t>
            </a:r>
            <a:r>
              <a:rPr lang="en-US" dirty="0" err="1"/>
              <a:t>Tahun</a:t>
            </a:r>
            <a:r>
              <a:rPr lang="en-US" dirty="0"/>
              <a:t> Pelajaran 2023/2024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408BDF-1C49-507C-B1AB-C5E14C175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0" y="44624"/>
            <a:ext cx="7520940" cy="548640"/>
          </a:xfrm>
        </p:spPr>
        <p:txBody>
          <a:bodyPr>
            <a:normAutofit fontScale="90000"/>
          </a:bodyPr>
          <a:lstStyle/>
          <a:p>
            <a:r>
              <a:rPr lang="en-ID" b="1" dirty="0" err="1"/>
              <a:t>Oktober</a:t>
            </a:r>
            <a:r>
              <a:rPr lang="en-ID" b="1" dirty="0"/>
              <a:t> 2023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8855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 lang="en-US" smtClean="0"/>
              <a:t>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Kalender</a:t>
            </a:r>
            <a:r>
              <a:rPr lang="en-US" dirty="0"/>
              <a:t> Pendidikan YHMDC </a:t>
            </a:r>
            <a:r>
              <a:rPr lang="en-US" dirty="0" err="1"/>
              <a:t>Tahun</a:t>
            </a:r>
            <a:r>
              <a:rPr lang="en-US" dirty="0"/>
              <a:t> Pelajaran 2023/2024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5D7E052-91C5-1C09-B295-93975B3145FA}"/>
              </a:ext>
            </a:extLst>
          </p:cNvPr>
          <p:cNvSpPr txBox="1">
            <a:spLocks/>
          </p:cNvSpPr>
          <p:nvPr/>
        </p:nvSpPr>
        <p:spPr>
          <a:xfrm>
            <a:off x="2335529" y="19472"/>
            <a:ext cx="7520940" cy="548640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b="1" dirty="0"/>
              <a:t>November 2023</a:t>
            </a:r>
            <a:endParaRPr lang="en-US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269576F-E137-5A6D-BA1B-433965E995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138808"/>
              </p:ext>
            </p:extLst>
          </p:nvPr>
        </p:nvGraphicFramePr>
        <p:xfrm>
          <a:off x="599090" y="467677"/>
          <a:ext cx="11013786" cy="597357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73398">
                  <a:extLst>
                    <a:ext uri="{9D8B030D-6E8A-4147-A177-3AD203B41FA5}">
                      <a16:colId xmlns:a16="http://schemas.microsoft.com/office/drawing/2014/main" val="3208766093"/>
                    </a:ext>
                  </a:extLst>
                </a:gridCol>
                <a:gridCol w="1573398">
                  <a:extLst>
                    <a:ext uri="{9D8B030D-6E8A-4147-A177-3AD203B41FA5}">
                      <a16:colId xmlns:a16="http://schemas.microsoft.com/office/drawing/2014/main" val="4046973630"/>
                    </a:ext>
                  </a:extLst>
                </a:gridCol>
                <a:gridCol w="1573398">
                  <a:extLst>
                    <a:ext uri="{9D8B030D-6E8A-4147-A177-3AD203B41FA5}">
                      <a16:colId xmlns:a16="http://schemas.microsoft.com/office/drawing/2014/main" val="2683676925"/>
                    </a:ext>
                  </a:extLst>
                </a:gridCol>
                <a:gridCol w="1573398">
                  <a:extLst>
                    <a:ext uri="{9D8B030D-6E8A-4147-A177-3AD203B41FA5}">
                      <a16:colId xmlns:a16="http://schemas.microsoft.com/office/drawing/2014/main" val="2359708642"/>
                    </a:ext>
                  </a:extLst>
                </a:gridCol>
                <a:gridCol w="1573398">
                  <a:extLst>
                    <a:ext uri="{9D8B030D-6E8A-4147-A177-3AD203B41FA5}">
                      <a16:colId xmlns:a16="http://schemas.microsoft.com/office/drawing/2014/main" val="835579556"/>
                    </a:ext>
                  </a:extLst>
                </a:gridCol>
                <a:gridCol w="1573398">
                  <a:extLst>
                    <a:ext uri="{9D8B030D-6E8A-4147-A177-3AD203B41FA5}">
                      <a16:colId xmlns:a16="http://schemas.microsoft.com/office/drawing/2014/main" val="1970674259"/>
                    </a:ext>
                  </a:extLst>
                </a:gridCol>
                <a:gridCol w="1573398">
                  <a:extLst>
                    <a:ext uri="{9D8B030D-6E8A-4147-A177-3AD203B41FA5}">
                      <a16:colId xmlns:a16="http://schemas.microsoft.com/office/drawing/2014/main" val="2457941480"/>
                    </a:ext>
                  </a:extLst>
                </a:gridCol>
              </a:tblGrid>
              <a:tr h="47849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rgbClr val="FF0000"/>
                          </a:solidFill>
                        </a:rPr>
                        <a:t>Minggu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Senin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Selasa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Rabu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Kamis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Jum’at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Sabtu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164279"/>
                  </a:ext>
                </a:extLst>
              </a:tr>
              <a:tr h="88966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E7676"/>
                          </a:solidFill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</a:p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highlight>
                            <a:srgbClr val="FF0000"/>
                          </a:highlight>
                        </a:rPr>
                        <a:t>Penyusunan</a:t>
                      </a:r>
                      <a:r>
                        <a:rPr lang="en-US" sz="1000" dirty="0">
                          <a:highlight>
                            <a:srgbClr val="FF0000"/>
                          </a:highlight>
                        </a:rPr>
                        <a:t> draft budget OPEX &amp; CAPEX </a:t>
                      </a:r>
                      <a:r>
                        <a:rPr lang="en-US" sz="1000" dirty="0" err="1">
                          <a:highlight>
                            <a:srgbClr val="FF0000"/>
                          </a:highlight>
                        </a:rPr>
                        <a:t>Sekolah</a:t>
                      </a:r>
                      <a:r>
                        <a:rPr lang="en-US" sz="1000" dirty="0">
                          <a:highlight>
                            <a:srgbClr val="FF0000"/>
                          </a:highlight>
                        </a:rPr>
                        <a:t> FY 2024/2025</a:t>
                      </a:r>
                    </a:p>
                    <a:p>
                      <a:pPr marL="0" algn="l" defTabSz="914400" rtl="0" eaLnBrk="1" latinLnBrk="0" hangingPunct="1"/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highlight>
                            <a:srgbClr val="FF0000"/>
                          </a:highlight>
                        </a:rPr>
                        <a:t>Penyusunan</a:t>
                      </a:r>
                      <a:r>
                        <a:rPr lang="en-US" sz="1000" dirty="0">
                          <a:highlight>
                            <a:srgbClr val="FF0000"/>
                          </a:highlight>
                        </a:rPr>
                        <a:t> draft budget OPEX &amp; CAPEX </a:t>
                      </a:r>
                      <a:r>
                        <a:rPr lang="en-US" sz="1000" dirty="0" err="1">
                          <a:highlight>
                            <a:srgbClr val="FF0000"/>
                          </a:highlight>
                        </a:rPr>
                        <a:t>Sekolah</a:t>
                      </a:r>
                      <a:r>
                        <a:rPr lang="en-US" sz="1000" dirty="0">
                          <a:highlight>
                            <a:srgbClr val="FF0000"/>
                          </a:highlight>
                        </a:rPr>
                        <a:t> FY 2024/2025</a:t>
                      </a:r>
                    </a:p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highlight>
                            <a:srgbClr val="FF0000"/>
                          </a:highlight>
                        </a:rPr>
                        <a:t>Penyusunan</a:t>
                      </a:r>
                      <a:r>
                        <a:rPr lang="en-US" sz="1000" dirty="0">
                          <a:highlight>
                            <a:srgbClr val="FF0000"/>
                          </a:highlight>
                        </a:rPr>
                        <a:t> draft budget OPEX &amp; CAPEX </a:t>
                      </a:r>
                      <a:r>
                        <a:rPr lang="en-US" sz="1000" dirty="0" err="1">
                          <a:highlight>
                            <a:srgbClr val="FF0000"/>
                          </a:highlight>
                        </a:rPr>
                        <a:t>Sekolah</a:t>
                      </a:r>
                      <a:r>
                        <a:rPr lang="en-US" sz="1000" dirty="0">
                          <a:highlight>
                            <a:srgbClr val="FF0000"/>
                          </a:highlight>
                        </a:rPr>
                        <a:t> FY 2024/2025</a:t>
                      </a:r>
                    </a:p>
                    <a:p>
                      <a:pPr marL="0" algn="l" defTabSz="914400" rtl="0" eaLnBrk="1" latinLnBrk="0" hangingPunct="1"/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highlight>
                            <a:srgbClr val="FF0000"/>
                          </a:highlight>
                        </a:rPr>
                        <a:t>Pengumpulan</a:t>
                      </a:r>
                      <a:r>
                        <a:rPr lang="en-US" sz="1000" dirty="0">
                          <a:highlight>
                            <a:srgbClr val="FF0000"/>
                          </a:highlight>
                        </a:rPr>
                        <a:t> draft budget OPEX &amp; CAPEX </a:t>
                      </a:r>
                      <a:r>
                        <a:rPr lang="en-US" sz="1000" dirty="0" err="1">
                          <a:highlight>
                            <a:srgbClr val="FF0000"/>
                          </a:highlight>
                        </a:rPr>
                        <a:t>Sekolah</a:t>
                      </a:r>
                      <a:r>
                        <a:rPr lang="en-US" sz="1000" dirty="0">
                          <a:highlight>
                            <a:srgbClr val="FF0000"/>
                          </a:highlight>
                        </a:rPr>
                        <a:t> FY 2024/2025</a:t>
                      </a:r>
                    </a:p>
                    <a:p>
                      <a:pPr marL="0" algn="l" defTabSz="914400" rtl="0" eaLnBrk="1" latinLnBrk="0" hangingPunct="1"/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4967400"/>
                  </a:ext>
                </a:extLst>
              </a:tr>
              <a:tr h="90935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6</a:t>
                      </a:r>
                    </a:p>
                    <a:p>
                      <a:r>
                        <a:rPr lang="en-ID" sz="1100" dirty="0">
                          <a:highlight>
                            <a:srgbClr val="FFFF00"/>
                          </a:highlight>
                        </a:rPr>
                        <a:t>Review My Goals </a:t>
                      </a:r>
                      <a:r>
                        <a:rPr lang="en-ID" sz="1100" dirty="0" err="1">
                          <a:highlight>
                            <a:srgbClr val="FFFF00"/>
                          </a:highlight>
                        </a:rPr>
                        <a:t>Karyawan</a:t>
                      </a:r>
                      <a:r>
                        <a:rPr lang="en-ID" sz="11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ID" sz="1100" dirty="0" err="1">
                          <a:highlight>
                            <a:srgbClr val="FFFF00"/>
                          </a:highlight>
                        </a:rPr>
                        <a:t>sekolah</a:t>
                      </a:r>
                      <a:endParaRPr lang="en-ID" sz="11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7</a:t>
                      </a:r>
                    </a:p>
                    <a:p>
                      <a:r>
                        <a:rPr lang="en-ID" sz="1100" dirty="0">
                          <a:highlight>
                            <a:srgbClr val="FFFF00"/>
                          </a:highlight>
                        </a:rPr>
                        <a:t>Review My Goals </a:t>
                      </a:r>
                      <a:r>
                        <a:rPr lang="en-ID" sz="1100" dirty="0" err="1">
                          <a:highlight>
                            <a:srgbClr val="FFFF00"/>
                          </a:highlight>
                        </a:rPr>
                        <a:t>Karyawan</a:t>
                      </a:r>
                      <a:r>
                        <a:rPr lang="en-ID" sz="11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ID" sz="1100" dirty="0" err="1">
                          <a:highlight>
                            <a:srgbClr val="FFFF00"/>
                          </a:highlight>
                        </a:rPr>
                        <a:t>sekolah</a:t>
                      </a:r>
                      <a:endParaRPr lang="en-ID" sz="1100" dirty="0">
                        <a:highlight>
                          <a:srgbClr val="FFFF00"/>
                        </a:highlight>
                      </a:endParaRPr>
                    </a:p>
                    <a:p>
                      <a:endParaRPr lang="en-ID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8</a:t>
                      </a:r>
                    </a:p>
                    <a:p>
                      <a:r>
                        <a:rPr lang="en-ID" sz="1100" dirty="0">
                          <a:highlight>
                            <a:srgbClr val="FFFF00"/>
                          </a:highlight>
                        </a:rPr>
                        <a:t>Review My Goals </a:t>
                      </a:r>
                      <a:r>
                        <a:rPr lang="en-ID" sz="1100" dirty="0" err="1">
                          <a:highlight>
                            <a:srgbClr val="FFFF00"/>
                          </a:highlight>
                        </a:rPr>
                        <a:t>Karyawan</a:t>
                      </a:r>
                      <a:r>
                        <a:rPr lang="en-ID" sz="11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ID" sz="1100" dirty="0" err="1">
                          <a:highlight>
                            <a:srgbClr val="FFFF00"/>
                          </a:highlight>
                        </a:rPr>
                        <a:t>sekolah</a:t>
                      </a:r>
                      <a:endParaRPr lang="en-ID" sz="1100" dirty="0">
                        <a:highlight>
                          <a:srgbClr val="FFFF00"/>
                        </a:highlight>
                      </a:endParaRPr>
                    </a:p>
                    <a:p>
                      <a:endParaRPr lang="en-ID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9</a:t>
                      </a:r>
                    </a:p>
                    <a:p>
                      <a:r>
                        <a:rPr lang="en-ID" sz="1100" dirty="0">
                          <a:highlight>
                            <a:srgbClr val="FFFF00"/>
                          </a:highlight>
                        </a:rPr>
                        <a:t>Review My Goals </a:t>
                      </a:r>
                      <a:r>
                        <a:rPr lang="en-ID" sz="1100" dirty="0" err="1">
                          <a:highlight>
                            <a:srgbClr val="FFFF00"/>
                          </a:highlight>
                        </a:rPr>
                        <a:t>Karyawan</a:t>
                      </a:r>
                      <a:r>
                        <a:rPr lang="en-ID" sz="11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ID" sz="1100" dirty="0" err="1">
                          <a:highlight>
                            <a:srgbClr val="FFFF00"/>
                          </a:highlight>
                        </a:rPr>
                        <a:t>sekolah</a:t>
                      </a:r>
                      <a:endParaRPr lang="en-ID" sz="1100" dirty="0">
                        <a:highlight>
                          <a:srgbClr val="FFFF00"/>
                        </a:highlight>
                      </a:endParaRPr>
                    </a:p>
                    <a:p>
                      <a:endParaRPr lang="en-ID" sz="1800" dirty="0"/>
                    </a:p>
                  </a:txBody>
                  <a:tcPr>
                    <a:solidFill>
                      <a:srgbClr val="EC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  <a:p>
                      <a:r>
                        <a:rPr lang="en-US" sz="1000" dirty="0"/>
                        <a:t>Hari </a:t>
                      </a:r>
                      <a:r>
                        <a:rPr lang="en-US" sz="1000" dirty="0" err="1"/>
                        <a:t>Pahlawan</a:t>
                      </a:r>
                      <a:endParaRPr lang="en-US" sz="1000" dirty="0"/>
                    </a:p>
                    <a:p>
                      <a:r>
                        <a:rPr lang="en-ID" sz="1100" dirty="0">
                          <a:highlight>
                            <a:srgbClr val="FFFF00"/>
                          </a:highlight>
                        </a:rPr>
                        <a:t>Review My Goals </a:t>
                      </a:r>
                      <a:r>
                        <a:rPr lang="en-ID" sz="1100" dirty="0" err="1">
                          <a:highlight>
                            <a:srgbClr val="FFFF00"/>
                          </a:highlight>
                        </a:rPr>
                        <a:t>Karyawan</a:t>
                      </a:r>
                      <a:r>
                        <a:rPr lang="en-ID" sz="11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ID" sz="1100" dirty="0" err="1">
                          <a:highlight>
                            <a:srgbClr val="FFFF00"/>
                          </a:highlight>
                        </a:rPr>
                        <a:t>sekolah</a:t>
                      </a:r>
                      <a:endParaRPr lang="en-ID" sz="1100" dirty="0">
                        <a:highlight>
                          <a:srgbClr val="FFFF00"/>
                        </a:highlight>
                      </a:endParaRPr>
                    </a:p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11</a:t>
                      </a:r>
                    </a:p>
                    <a:p>
                      <a:r>
                        <a:rPr lang="en-ID" sz="1100" dirty="0">
                          <a:highlight>
                            <a:srgbClr val="FFFF00"/>
                          </a:highlight>
                        </a:rPr>
                        <a:t>Review My Goals </a:t>
                      </a:r>
                      <a:r>
                        <a:rPr lang="en-ID" sz="1100" dirty="0" err="1">
                          <a:highlight>
                            <a:srgbClr val="FFFF00"/>
                          </a:highlight>
                        </a:rPr>
                        <a:t>Karyawan</a:t>
                      </a:r>
                      <a:r>
                        <a:rPr lang="en-ID" sz="11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ID" sz="1100" dirty="0" err="1">
                          <a:highlight>
                            <a:srgbClr val="FFFF00"/>
                          </a:highlight>
                        </a:rPr>
                        <a:t>sekolah</a:t>
                      </a:r>
                      <a:endParaRPr lang="en-ID" sz="11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031225"/>
                  </a:ext>
                </a:extLst>
              </a:tr>
              <a:tr h="98556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>
                          <a:highlight>
                            <a:srgbClr val="FFFF00"/>
                          </a:highlight>
                        </a:rPr>
                        <a:t>Review My Goals </a:t>
                      </a: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Karyawan</a:t>
                      </a:r>
                      <a:r>
                        <a:rPr lang="en-ID" sz="10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sekolah</a:t>
                      </a:r>
                      <a:endParaRPr lang="en-ID" sz="1000" dirty="0">
                        <a:highlight>
                          <a:srgbClr val="00FFFF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>
                          <a:highlight>
                            <a:srgbClr val="00FFFF"/>
                          </a:highlight>
                        </a:rPr>
                        <a:t>Review My Goals </a:t>
                      </a:r>
                      <a:r>
                        <a:rPr lang="en-ID" sz="1000" dirty="0" err="1">
                          <a:highlight>
                            <a:srgbClr val="00FFFF"/>
                          </a:highlight>
                        </a:rPr>
                        <a:t>Kepala</a:t>
                      </a:r>
                      <a:r>
                        <a:rPr lang="en-ID" sz="1000" dirty="0">
                          <a:highlight>
                            <a:srgbClr val="00FFFF"/>
                          </a:highlight>
                        </a:rPr>
                        <a:t> </a:t>
                      </a:r>
                      <a:r>
                        <a:rPr lang="en-ID" sz="1000" dirty="0" err="1">
                          <a:highlight>
                            <a:srgbClr val="00FFFF"/>
                          </a:highlight>
                        </a:rPr>
                        <a:t>Sekolah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>
                          <a:highlight>
                            <a:srgbClr val="FFFF00"/>
                          </a:highlight>
                        </a:rPr>
                        <a:t>Review My Goals </a:t>
                      </a: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Karyawan</a:t>
                      </a:r>
                      <a:r>
                        <a:rPr lang="en-ID" sz="10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sekolah</a:t>
                      </a:r>
                      <a:endParaRPr lang="en-ID" sz="1000" dirty="0">
                        <a:highlight>
                          <a:srgbClr val="00FFFF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>
                          <a:highlight>
                            <a:srgbClr val="00FFFF"/>
                          </a:highlight>
                        </a:rPr>
                        <a:t>Review My Goals </a:t>
                      </a:r>
                      <a:r>
                        <a:rPr lang="en-ID" sz="1000" dirty="0" err="1">
                          <a:highlight>
                            <a:srgbClr val="00FFFF"/>
                          </a:highlight>
                        </a:rPr>
                        <a:t>Kepala</a:t>
                      </a:r>
                      <a:r>
                        <a:rPr lang="en-ID" sz="1000" dirty="0">
                          <a:highlight>
                            <a:srgbClr val="00FFFF"/>
                          </a:highlight>
                        </a:rPr>
                        <a:t> </a:t>
                      </a:r>
                      <a:r>
                        <a:rPr lang="en-ID" sz="1000" dirty="0" err="1">
                          <a:highlight>
                            <a:srgbClr val="00FFFF"/>
                          </a:highlight>
                        </a:rPr>
                        <a:t>Sekolah</a:t>
                      </a:r>
                      <a:endParaRPr lang="en-US" sz="1000" dirty="0">
                        <a:highlight>
                          <a:srgbClr val="00FFFF"/>
                        </a:highlight>
                      </a:endParaRPr>
                    </a:p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>
                          <a:highlight>
                            <a:srgbClr val="FFFF00"/>
                          </a:highlight>
                        </a:rPr>
                        <a:t>Review My Goals </a:t>
                      </a: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Karyawan</a:t>
                      </a:r>
                      <a:r>
                        <a:rPr lang="en-ID" sz="10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sekolah</a:t>
                      </a:r>
                      <a:endParaRPr lang="en-ID" sz="1000" dirty="0">
                        <a:highlight>
                          <a:srgbClr val="00FFFF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>
                          <a:highlight>
                            <a:srgbClr val="00FFFF"/>
                          </a:highlight>
                        </a:rPr>
                        <a:t>Review My Goals </a:t>
                      </a:r>
                      <a:r>
                        <a:rPr lang="en-ID" sz="1000" dirty="0" err="1">
                          <a:highlight>
                            <a:srgbClr val="00FFFF"/>
                          </a:highlight>
                        </a:rPr>
                        <a:t>Kepala</a:t>
                      </a:r>
                      <a:r>
                        <a:rPr lang="en-ID" sz="1000" dirty="0">
                          <a:highlight>
                            <a:srgbClr val="00FFFF"/>
                          </a:highlight>
                        </a:rPr>
                        <a:t> </a:t>
                      </a:r>
                      <a:r>
                        <a:rPr lang="en-ID" sz="1000" dirty="0" err="1">
                          <a:highlight>
                            <a:srgbClr val="00FFFF"/>
                          </a:highlight>
                        </a:rPr>
                        <a:t>Sekolah</a:t>
                      </a:r>
                      <a:endParaRPr lang="en-US" sz="1000" dirty="0">
                        <a:highlight>
                          <a:srgbClr val="00FFFF"/>
                        </a:highlight>
                      </a:endParaRPr>
                    </a:p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>
                          <a:highlight>
                            <a:srgbClr val="FFFF00"/>
                          </a:highlight>
                        </a:rPr>
                        <a:t>Review My Goals </a:t>
                      </a: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Karyawan</a:t>
                      </a:r>
                      <a:r>
                        <a:rPr lang="en-ID" sz="10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sekolah</a:t>
                      </a:r>
                      <a:endParaRPr lang="en-ID" sz="1000" dirty="0">
                        <a:highlight>
                          <a:srgbClr val="00FFFF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>
                          <a:highlight>
                            <a:srgbClr val="00FFFF"/>
                          </a:highlight>
                        </a:rPr>
                        <a:t>Review My Goals </a:t>
                      </a:r>
                      <a:r>
                        <a:rPr lang="en-ID" sz="1000" dirty="0" err="1">
                          <a:highlight>
                            <a:srgbClr val="00FFFF"/>
                          </a:highlight>
                        </a:rPr>
                        <a:t>Kepala</a:t>
                      </a:r>
                      <a:r>
                        <a:rPr lang="en-ID" sz="1000" dirty="0">
                          <a:highlight>
                            <a:srgbClr val="00FFFF"/>
                          </a:highlight>
                        </a:rPr>
                        <a:t> </a:t>
                      </a:r>
                      <a:r>
                        <a:rPr lang="en-ID" sz="1000" dirty="0" err="1">
                          <a:highlight>
                            <a:srgbClr val="00FFFF"/>
                          </a:highlight>
                        </a:rPr>
                        <a:t>Sekolah</a:t>
                      </a:r>
                      <a:endParaRPr lang="en-US" sz="1000" dirty="0">
                        <a:highlight>
                          <a:srgbClr val="00FFFF"/>
                        </a:highlight>
                      </a:endParaRPr>
                    </a:p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>
                          <a:highlight>
                            <a:srgbClr val="FFFF00"/>
                          </a:highlight>
                        </a:rPr>
                        <a:t>Review My Goals </a:t>
                      </a: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Karyawan</a:t>
                      </a:r>
                      <a:r>
                        <a:rPr lang="en-ID" sz="10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sekolah</a:t>
                      </a:r>
                      <a:endParaRPr lang="en-ID" sz="1000" dirty="0">
                        <a:highlight>
                          <a:srgbClr val="00FFFF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>
                          <a:highlight>
                            <a:srgbClr val="00FFFF"/>
                          </a:highlight>
                        </a:rPr>
                        <a:t>Review My Goals </a:t>
                      </a:r>
                      <a:r>
                        <a:rPr lang="en-ID" sz="1000" dirty="0" err="1">
                          <a:highlight>
                            <a:srgbClr val="00FFFF"/>
                          </a:highlight>
                        </a:rPr>
                        <a:t>Kepala</a:t>
                      </a:r>
                      <a:r>
                        <a:rPr lang="en-ID" sz="1000" dirty="0">
                          <a:highlight>
                            <a:srgbClr val="00FFFF"/>
                          </a:highlight>
                        </a:rPr>
                        <a:t> </a:t>
                      </a:r>
                      <a:r>
                        <a:rPr lang="en-ID" sz="1000" dirty="0" err="1">
                          <a:highlight>
                            <a:srgbClr val="00FFFF"/>
                          </a:highlight>
                        </a:rPr>
                        <a:t>Sekolah</a:t>
                      </a:r>
                      <a:endParaRPr lang="en-US" sz="1000" dirty="0">
                        <a:highlight>
                          <a:srgbClr val="00FFFF"/>
                        </a:highlight>
                      </a:endParaRPr>
                    </a:p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dirty="0"/>
                        <a:t>18</a:t>
                      </a:r>
                      <a:br>
                        <a:rPr lang="en-ID" sz="1800" dirty="0"/>
                      </a:br>
                      <a:r>
                        <a:rPr lang="en-ID" sz="1000" dirty="0">
                          <a:highlight>
                            <a:srgbClr val="FFFF00"/>
                          </a:highlight>
                        </a:rPr>
                        <a:t>Review My Goals </a:t>
                      </a: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Karyawan</a:t>
                      </a:r>
                      <a:r>
                        <a:rPr lang="en-ID" sz="10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sekolah</a:t>
                      </a:r>
                      <a:endParaRPr lang="en-ID" sz="1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>
                          <a:highlight>
                            <a:srgbClr val="00FFFF"/>
                          </a:highlight>
                        </a:rPr>
                        <a:t>Review My Goals </a:t>
                      </a:r>
                      <a:r>
                        <a:rPr lang="en-ID" sz="1000" dirty="0" err="1">
                          <a:highlight>
                            <a:srgbClr val="00FFFF"/>
                          </a:highlight>
                        </a:rPr>
                        <a:t>Kepala</a:t>
                      </a:r>
                      <a:r>
                        <a:rPr lang="en-ID" sz="1000" dirty="0">
                          <a:highlight>
                            <a:srgbClr val="00FFFF"/>
                          </a:highlight>
                        </a:rPr>
                        <a:t> </a:t>
                      </a:r>
                      <a:r>
                        <a:rPr lang="en-ID" sz="1000" dirty="0" err="1">
                          <a:highlight>
                            <a:srgbClr val="00FFFF"/>
                          </a:highlight>
                        </a:rPr>
                        <a:t>Sekolah</a:t>
                      </a:r>
                      <a:endParaRPr lang="en-US" sz="1000" dirty="0">
                        <a:highlight>
                          <a:srgbClr val="00FFFF"/>
                        </a:highlight>
                      </a:endParaRPr>
                    </a:p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64702"/>
                  </a:ext>
                </a:extLst>
              </a:tr>
              <a:tr h="707784">
                <a:tc>
                  <a:txBody>
                    <a:bodyPr/>
                    <a:lstStyle/>
                    <a:p>
                      <a:r>
                        <a:rPr lang="en-ID" sz="1800" dirty="0">
                          <a:solidFill>
                            <a:srgbClr val="FF0000"/>
                          </a:solidFill>
                        </a:rPr>
                        <a:t>19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err="1">
                          <a:solidFill>
                            <a:schemeClr val="dk1"/>
                          </a:solidFill>
                        </a:rPr>
                        <a:t>Peringatan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</a:rPr>
                        <a:t>Hari Guru Nasional</a:t>
                      </a:r>
                    </a:p>
                    <a:p>
                      <a:endParaRPr lang="en-US" sz="1800" dirty="0"/>
                    </a:p>
                  </a:txBody>
                  <a:tcPr>
                    <a:solidFill>
                      <a:srgbClr val="09D8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err="1">
                          <a:solidFill>
                            <a:schemeClr val="dk1"/>
                          </a:solidFill>
                        </a:rPr>
                        <a:t>Peringatan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</a:rPr>
                        <a:t>Hari Guru Nasional</a:t>
                      </a:r>
                    </a:p>
                    <a:p>
                      <a:endParaRPr lang="en-US" sz="1800" dirty="0"/>
                    </a:p>
                  </a:txBody>
                  <a:tcPr>
                    <a:solidFill>
                      <a:srgbClr val="09D8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22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err="1">
                          <a:solidFill>
                            <a:schemeClr val="dk1"/>
                          </a:solidFill>
                        </a:rPr>
                        <a:t>Peringatan</a:t>
                      </a:r>
                      <a:endParaRPr lang="en-US" sz="1100" kern="12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</a:rPr>
                        <a:t>Hari Guru Nasional</a:t>
                      </a:r>
                    </a:p>
                  </a:txBody>
                  <a:tcPr>
                    <a:solidFill>
                      <a:srgbClr val="09D8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23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kern="1200" dirty="0" err="1">
                          <a:solidFill>
                            <a:schemeClr val="dk1"/>
                          </a:solidFill>
                        </a:rPr>
                        <a:t>Peringatan</a:t>
                      </a:r>
                      <a:endParaRPr lang="en-US" sz="1100" kern="1200" dirty="0">
                        <a:solidFill>
                          <a:schemeClr val="dk1"/>
                        </a:solidFill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1100" kern="1200" dirty="0">
                          <a:solidFill>
                            <a:schemeClr val="dk1"/>
                          </a:solidFill>
                        </a:rPr>
                        <a:t>Hari Guru Nasional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9D8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err="1">
                          <a:solidFill>
                            <a:schemeClr val="dk1"/>
                          </a:solidFill>
                        </a:rPr>
                        <a:t>Peringatan</a:t>
                      </a:r>
                      <a:endParaRPr lang="en-US" sz="1100" kern="12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</a:rPr>
                        <a:t>Hari Guru Nasional</a:t>
                      </a:r>
                    </a:p>
                  </a:txBody>
                  <a:tcPr>
                    <a:solidFill>
                      <a:srgbClr val="09D8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 err="1">
                          <a:solidFill>
                            <a:schemeClr val="dk1"/>
                          </a:solidFill>
                        </a:rPr>
                        <a:t>Peringatan</a:t>
                      </a:r>
                      <a:endParaRPr lang="en-US" sz="1100" kern="12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</a:rPr>
                        <a:t>Hari Guru Nasional</a:t>
                      </a:r>
                      <a:endParaRPr lang="en-US" sz="1800" dirty="0"/>
                    </a:p>
                    <a:p>
                      <a:endParaRPr lang="en-US" sz="1800" dirty="0"/>
                    </a:p>
                  </a:txBody>
                  <a:tcPr>
                    <a:solidFill>
                      <a:srgbClr val="09D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766268"/>
                  </a:ext>
                </a:extLst>
              </a:tr>
              <a:tr h="116692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27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>
                          <a:highlight>
                            <a:srgbClr val="00FFFF"/>
                          </a:highlight>
                        </a:rPr>
                        <a:t>Review My Goals </a:t>
                      </a:r>
                      <a:r>
                        <a:rPr lang="en-ID" sz="1000" dirty="0" err="1">
                          <a:highlight>
                            <a:srgbClr val="00FFFF"/>
                          </a:highlight>
                        </a:rPr>
                        <a:t>Kepala</a:t>
                      </a:r>
                      <a:r>
                        <a:rPr lang="en-ID" sz="1000" dirty="0">
                          <a:highlight>
                            <a:srgbClr val="00FFFF"/>
                          </a:highlight>
                        </a:rPr>
                        <a:t> </a:t>
                      </a:r>
                      <a:r>
                        <a:rPr lang="en-ID" sz="1000" dirty="0" err="1">
                          <a:highlight>
                            <a:srgbClr val="00FFFF"/>
                          </a:highlight>
                        </a:rPr>
                        <a:t>Sekolah</a:t>
                      </a:r>
                      <a:endParaRPr lang="en-US" sz="1000" dirty="0">
                        <a:highlight>
                          <a:srgbClr val="00FFFF"/>
                        </a:highlight>
                      </a:endParaRPr>
                    </a:p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28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>
                          <a:highlight>
                            <a:srgbClr val="00FFFF"/>
                          </a:highlight>
                        </a:rPr>
                        <a:t>Review My Goals </a:t>
                      </a:r>
                      <a:r>
                        <a:rPr lang="en-ID" sz="1000" dirty="0" err="1">
                          <a:highlight>
                            <a:srgbClr val="00FFFF"/>
                          </a:highlight>
                        </a:rPr>
                        <a:t>Kepala</a:t>
                      </a:r>
                      <a:r>
                        <a:rPr lang="en-ID" sz="1000" dirty="0">
                          <a:highlight>
                            <a:srgbClr val="00FFFF"/>
                          </a:highlight>
                        </a:rPr>
                        <a:t> </a:t>
                      </a:r>
                      <a:r>
                        <a:rPr lang="en-ID" sz="1000" dirty="0" err="1">
                          <a:highlight>
                            <a:srgbClr val="00FFFF"/>
                          </a:highlight>
                        </a:rPr>
                        <a:t>Sekolah</a:t>
                      </a:r>
                      <a:endParaRPr lang="en-US" sz="1000" dirty="0">
                        <a:highlight>
                          <a:srgbClr val="00FFFF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>
                          <a:highlight>
                            <a:srgbClr val="00FFFF"/>
                          </a:highlight>
                        </a:rPr>
                        <a:t>Review My Goals </a:t>
                      </a:r>
                      <a:r>
                        <a:rPr lang="en-ID" sz="1000" dirty="0" err="1">
                          <a:highlight>
                            <a:srgbClr val="00FFFF"/>
                          </a:highlight>
                        </a:rPr>
                        <a:t>Kepala</a:t>
                      </a:r>
                      <a:r>
                        <a:rPr lang="en-ID" sz="1000" dirty="0">
                          <a:highlight>
                            <a:srgbClr val="00FFFF"/>
                          </a:highlight>
                        </a:rPr>
                        <a:t> </a:t>
                      </a:r>
                      <a:r>
                        <a:rPr lang="en-ID" sz="1000" dirty="0" err="1">
                          <a:highlight>
                            <a:srgbClr val="00FFFF"/>
                          </a:highlight>
                        </a:rPr>
                        <a:t>Sekolah</a:t>
                      </a:r>
                      <a:endParaRPr lang="en-US" sz="1000" dirty="0">
                        <a:highlight>
                          <a:srgbClr val="00FFFF"/>
                        </a:highlight>
                      </a:endParaRPr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>
                          <a:highlight>
                            <a:srgbClr val="00FFFF"/>
                          </a:highlight>
                        </a:rPr>
                        <a:t>Review My Goals </a:t>
                      </a:r>
                      <a:r>
                        <a:rPr lang="en-ID" sz="1000" dirty="0" err="1">
                          <a:highlight>
                            <a:srgbClr val="00FFFF"/>
                          </a:highlight>
                        </a:rPr>
                        <a:t>Kepala</a:t>
                      </a:r>
                      <a:r>
                        <a:rPr lang="en-ID" sz="1000" dirty="0">
                          <a:highlight>
                            <a:srgbClr val="00FFFF"/>
                          </a:highlight>
                        </a:rPr>
                        <a:t> </a:t>
                      </a:r>
                      <a:r>
                        <a:rPr lang="en-ID" sz="1000" dirty="0" err="1">
                          <a:highlight>
                            <a:srgbClr val="00FFFF"/>
                          </a:highlight>
                        </a:rPr>
                        <a:t>Sekolah</a:t>
                      </a:r>
                      <a:endParaRPr lang="en-US" sz="1400" dirty="0">
                        <a:highlight>
                          <a:srgbClr val="00FFFF"/>
                        </a:highlight>
                      </a:endParaRPr>
                    </a:p>
                    <a:p>
                      <a:pPr marL="0" algn="l" defTabSz="685800" rtl="0" eaLnBrk="1" latinLnBrk="0" hangingPunct="1"/>
                      <a:endParaRPr lang="en-US" sz="10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50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062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 lang="en-US" smtClean="0"/>
              <a:t>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Kalender</a:t>
            </a:r>
            <a:r>
              <a:rPr lang="en-US" dirty="0"/>
              <a:t> Pendidikan YHMDC </a:t>
            </a:r>
            <a:r>
              <a:rPr lang="en-US" dirty="0" err="1"/>
              <a:t>Tahun</a:t>
            </a:r>
            <a:r>
              <a:rPr lang="en-US" dirty="0"/>
              <a:t> Pelajaran 2023/2024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7580B6B-96AC-8397-96C9-AD6C262971CE}"/>
              </a:ext>
            </a:extLst>
          </p:cNvPr>
          <p:cNvSpPr txBox="1">
            <a:spLocks/>
          </p:cNvSpPr>
          <p:nvPr/>
        </p:nvSpPr>
        <p:spPr>
          <a:xfrm>
            <a:off x="2346960" y="44624"/>
            <a:ext cx="7520940" cy="548640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b="1" dirty="0" err="1"/>
              <a:t>Desember</a:t>
            </a:r>
            <a:r>
              <a:rPr lang="en-ID" b="1" dirty="0"/>
              <a:t> 2023 </a:t>
            </a:r>
            <a:endParaRPr lang="en-US" b="1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B31F598-98AF-B37B-8645-92026C72C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691012"/>
              </p:ext>
            </p:extLst>
          </p:nvPr>
        </p:nvGraphicFramePr>
        <p:xfrm>
          <a:off x="609601" y="552202"/>
          <a:ext cx="10952480" cy="599098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64640">
                  <a:extLst>
                    <a:ext uri="{9D8B030D-6E8A-4147-A177-3AD203B41FA5}">
                      <a16:colId xmlns:a16="http://schemas.microsoft.com/office/drawing/2014/main" val="3208766093"/>
                    </a:ext>
                  </a:extLst>
                </a:gridCol>
                <a:gridCol w="1564640">
                  <a:extLst>
                    <a:ext uri="{9D8B030D-6E8A-4147-A177-3AD203B41FA5}">
                      <a16:colId xmlns:a16="http://schemas.microsoft.com/office/drawing/2014/main" val="4046973630"/>
                    </a:ext>
                  </a:extLst>
                </a:gridCol>
                <a:gridCol w="1564640">
                  <a:extLst>
                    <a:ext uri="{9D8B030D-6E8A-4147-A177-3AD203B41FA5}">
                      <a16:colId xmlns:a16="http://schemas.microsoft.com/office/drawing/2014/main" val="2683676925"/>
                    </a:ext>
                  </a:extLst>
                </a:gridCol>
                <a:gridCol w="1564640">
                  <a:extLst>
                    <a:ext uri="{9D8B030D-6E8A-4147-A177-3AD203B41FA5}">
                      <a16:colId xmlns:a16="http://schemas.microsoft.com/office/drawing/2014/main" val="2359708642"/>
                    </a:ext>
                  </a:extLst>
                </a:gridCol>
                <a:gridCol w="1564640">
                  <a:extLst>
                    <a:ext uri="{9D8B030D-6E8A-4147-A177-3AD203B41FA5}">
                      <a16:colId xmlns:a16="http://schemas.microsoft.com/office/drawing/2014/main" val="835579556"/>
                    </a:ext>
                  </a:extLst>
                </a:gridCol>
                <a:gridCol w="1564640">
                  <a:extLst>
                    <a:ext uri="{9D8B030D-6E8A-4147-A177-3AD203B41FA5}">
                      <a16:colId xmlns:a16="http://schemas.microsoft.com/office/drawing/2014/main" val="1970674259"/>
                    </a:ext>
                  </a:extLst>
                </a:gridCol>
                <a:gridCol w="1564640">
                  <a:extLst>
                    <a:ext uri="{9D8B030D-6E8A-4147-A177-3AD203B41FA5}">
                      <a16:colId xmlns:a16="http://schemas.microsoft.com/office/drawing/2014/main" val="2457941480"/>
                    </a:ext>
                  </a:extLst>
                </a:gridCol>
              </a:tblGrid>
              <a:tr h="50053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rgbClr val="FF0000"/>
                          </a:solidFill>
                        </a:rPr>
                        <a:t>Minggu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Senin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Selasa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Rabu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Kamis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Jum’at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Sabtu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164279"/>
                  </a:ext>
                </a:extLst>
              </a:tr>
              <a:tr h="922893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E7676"/>
                          </a:solidFill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ID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>
                          <a:highlight>
                            <a:srgbClr val="00FFFF"/>
                          </a:highlight>
                        </a:rPr>
                        <a:t>Review My Goals </a:t>
                      </a:r>
                      <a:r>
                        <a:rPr lang="en-ID" sz="1100" dirty="0" err="1">
                          <a:highlight>
                            <a:srgbClr val="00FFFF"/>
                          </a:highlight>
                        </a:rPr>
                        <a:t>Kepala</a:t>
                      </a:r>
                      <a:r>
                        <a:rPr lang="en-ID" sz="1100" dirty="0">
                          <a:highlight>
                            <a:srgbClr val="00FFFF"/>
                          </a:highlight>
                        </a:rPr>
                        <a:t> </a:t>
                      </a:r>
                      <a:r>
                        <a:rPr lang="en-ID" sz="1100" dirty="0" err="1">
                          <a:highlight>
                            <a:srgbClr val="00FFFF"/>
                          </a:highlight>
                        </a:rPr>
                        <a:t>Sekolah</a:t>
                      </a:r>
                      <a:endParaRPr lang="en-US" sz="1800" dirty="0">
                        <a:highlight>
                          <a:srgbClr val="00FFFF"/>
                        </a:highlight>
                      </a:endParaRPr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>
                          <a:highlight>
                            <a:srgbClr val="00FFFF"/>
                          </a:highlight>
                        </a:rPr>
                        <a:t>Review My Goals </a:t>
                      </a:r>
                      <a:r>
                        <a:rPr lang="en-ID" sz="1100" dirty="0" err="1">
                          <a:highlight>
                            <a:srgbClr val="00FFFF"/>
                          </a:highlight>
                        </a:rPr>
                        <a:t>Kepala</a:t>
                      </a:r>
                      <a:r>
                        <a:rPr lang="en-ID" sz="1100" dirty="0">
                          <a:highlight>
                            <a:srgbClr val="00FFFF"/>
                          </a:highlight>
                        </a:rPr>
                        <a:t> </a:t>
                      </a:r>
                      <a:r>
                        <a:rPr lang="en-ID" sz="1100" dirty="0" err="1">
                          <a:highlight>
                            <a:srgbClr val="00FFFF"/>
                          </a:highlight>
                        </a:rPr>
                        <a:t>Sekolah</a:t>
                      </a:r>
                      <a:endParaRPr lang="en-US" sz="1800" dirty="0">
                        <a:highlight>
                          <a:srgbClr val="00FFFF"/>
                        </a:highlight>
                      </a:endParaRPr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4967400"/>
                  </a:ext>
                </a:extLst>
              </a:tr>
              <a:tr h="117397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 err="1"/>
                        <a:t>Penilaian</a:t>
                      </a:r>
                      <a:r>
                        <a:rPr lang="en-ID" sz="1100" dirty="0"/>
                        <a:t> Akhir Semester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>
                          <a:highlight>
                            <a:srgbClr val="00FFFF"/>
                          </a:highlight>
                        </a:rPr>
                        <a:t>Review My Goals </a:t>
                      </a:r>
                      <a:r>
                        <a:rPr lang="en-ID" sz="1100" dirty="0" err="1">
                          <a:highlight>
                            <a:srgbClr val="00FFFF"/>
                          </a:highlight>
                        </a:rPr>
                        <a:t>Kepala</a:t>
                      </a:r>
                      <a:r>
                        <a:rPr lang="en-ID" sz="1100" dirty="0">
                          <a:highlight>
                            <a:srgbClr val="00FFFF"/>
                          </a:highlight>
                        </a:rPr>
                        <a:t> </a:t>
                      </a:r>
                      <a:r>
                        <a:rPr lang="en-ID" sz="1100" dirty="0" err="1">
                          <a:highlight>
                            <a:srgbClr val="00FFFF"/>
                          </a:highlight>
                        </a:rPr>
                        <a:t>Sekolah</a:t>
                      </a:r>
                      <a:endParaRPr lang="en-US" sz="1800" dirty="0">
                        <a:highlight>
                          <a:srgbClr val="00FFFF"/>
                        </a:highlight>
                      </a:endParaRPr>
                    </a:p>
                  </a:txBody>
                  <a:tcPr>
                    <a:solidFill>
                      <a:srgbClr val="C5F6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 err="1"/>
                        <a:t>Penilaian</a:t>
                      </a:r>
                      <a:r>
                        <a:rPr lang="en-ID" sz="1100" dirty="0"/>
                        <a:t> Akhir Semester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>
                          <a:highlight>
                            <a:srgbClr val="00FFFF"/>
                          </a:highlight>
                        </a:rPr>
                        <a:t>Review My Goals </a:t>
                      </a:r>
                      <a:r>
                        <a:rPr lang="en-ID" sz="1100" dirty="0" err="1">
                          <a:highlight>
                            <a:srgbClr val="00FFFF"/>
                          </a:highlight>
                        </a:rPr>
                        <a:t>Kepala</a:t>
                      </a:r>
                      <a:r>
                        <a:rPr lang="en-ID" sz="1100" dirty="0">
                          <a:highlight>
                            <a:srgbClr val="00FFFF"/>
                          </a:highlight>
                        </a:rPr>
                        <a:t> </a:t>
                      </a:r>
                      <a:r>
                        <a:rPr lang="en-ID" sz="1100" dirty="0" err="1">
                          <a:highlight>
                            <a:srgbClr val="00FFFF"/>
                          </a:highlight>
                        </a:rPr>
                        <a:t>Sekolah</a:t>
                      </a:r>
                      <a:endParaRPr lang="en-US" sz="1800" dirty="0">
                        <a:highlight>
                          <a:srgbClr val="00FFFF"/>
                        </a:highlight>
                      </a:endParaRPr>
                    </a:p>
                  </a:txBody>
                  <a:tcPr>
                    <a:solidFill>
                      <a:srgbClr val="C5F6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 err="1"/>
                        <a:t>Penilaian</a:t>
                      </a:r>
                      <a:r>
                        <a:rPr lang="en-ID" sz="1100" dirty="0"/>
                        <a:t> Akhir Semester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>
                          <a:highlight>
                            <a:srgbClr val="00FFFF"/>
                          </a:highlight>
                        </a:rPr>
                        <a:t>Review My Goals </a:t>
                      </a:r>
                      <a:r>
                        <a:rPr lang="en-ID" sz="1100" dirty="0" err="1">
                          <a:highlight>
                            <a:srgbClr val="00FFFF"/>
                          </a:highlight>
                        </a:rPr>
                        <a:t>Kepala</a:t>
                      </a:r>
                      <a:r>
                        <a:rPr lang="en-ID" sz="1100" dirty="0">
                          <a:highlight>
                            <a:srgbClr val="00FFFF"/>
                          </a:highlight>
                        </a:rPr>
                        <a:t> </a:t>
                      </a:r>
                      <a:r>
                        <a:rPr lang="en-ID" sz="1100" dirty="0" err="1">
                          <a:highlight>
                            <a:srgbClr val="00FFFF"/>
                          </a:highlight>
                        </a:rPr>
                        <a:t>Sekolah</a:t>
                      </a:r>
                      <a:endParaRPr lang="en-US" sz="1800" dirty="0">
                        <a:highlight>
                          <a:srgbClr val="00FFFF"/>
                        </a:highlight>
                      </a:endParaRPr>
                    </a:p>
                  </a:txBody>
                  <a:tcPr>
                    <a:solidFill>
                      <a:srgbClr val="C5F6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7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 err="1"/>
                        <a:t>Penilaian</a:t>
                      </a:r>
                      <a:r>
                        <a:rPr lang="en-ID" sz="1100" dirty="0"/>
                        <a:t> Akhir Semester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>
                          <a:highlight>
                            <a:srgbClr val="00FFFF"/>
                          </a:highlight>
                        </a:rPr>
                        <a:t>Review My Goals </a:t>
                      </a:r>
                      <a:r>
                        <a:rPr lang="en-ID" sz="1100" dirty="0" err="1">
                          <a:highlight>
                            <a:srgbClr val="00FFFF"/>
                          </a:highlight>
                        </a:rPr>
                        <a:t>Kepala</a:t>
                      </a:r>
                      <a:r>
                        <a:rPr lang="en-ID" sz="1100" dirty="0">
                          <a:highlight>
                            <a:srgbClr val="00FFFF"/>
                          </a:highlight>
                        </a:rPr>
                        <a:t> </a:t>
                      </a:r>
                      <a:r>
                        <a:rPr lang="en-ID" sz="1100" dirty="0" err="1">
                          <a:highlight>
                            <a:srgbClr val="00FFFF"/>
                          </a:highlight>
                        </a:rPr>
                        <a:t>Sekolah</a:t>
                      </a:r>
                      <a:endParaRPr lang="en-US" sz="1800" dirty="0">
                        <a:highlight>
                          <a:srgbClr val="00FFFF"/>
                        </a:highlight>
                      </a:endParaRPr>
                    </a:p>
                  </a:txBody>
                  <a:tcPr>
                    <a:solidFill>
                      <a:srgbClr val="C5F6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 err="1"/>
                        <a:t>Penilaian</a:t>
                      </a:r>
                      <a:r>
                        <a:rPr lang="en-ID" sz="1100" dirty="0"/>
                        <a:t> Akhir Semester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>
                          <a:highlight>
                            <a:srgbClr val="00FFFF"/>
                          </a:highlight>
                        </a:rPr>
                        <a:t>Review My Goals </a:t>
                      </a:r>
                      <a:r>
                        <a:rPr lang="en-ID" sz="1100" dirty="0" err="1">
                          <a:highlight>
                            <a:srgbClr val="00FFFF"/>
                          </a:highlight>
                        </a:rPr>
                        <a:t>Kepala</a:t>
                      </a:r>
                      <a:r>
                        <a:rPr lang="en-ID" sz="1100" dirty="0">
                          <a:highlight>
                            <a:srgbClr val="00FFFF"/>
                          </a:highlight>
                        </a:rPr>
                        <a:t> </a:t>
                      </a:r>
                      <a:r>
                        <a:rPr lang="en-ID" sz="1100" dirty="0" err="1">
                          <a:highlight>
                            <a:srgbClr val="00FFFF"/>
                          </a:highlight>
                        </a:rPr>
                        <a:t>Sekolah</a:t>
                      </a:r>
                      <a:endParaRPr lang="en-US" sz="1800" dirty="0">
                        <a:highlight>
                          <a:srgbClr val="00FFFF"/>
                        </a:highlight>
                      </a:endParaRPr>
                    </a:p>
                  </a:txBody>
                  <a:tcPr>
                    <a:solidFill>
                      <a:srgbClr val="C5F6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 err="1"/>
                        <a:t>Penilaian</a:t>
                      </a:r>
                      <a:r>
                        <a:rPr lang="en-ID" sz="1100" dirty="0"/>
                        <a:t> Akhir Semester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>
                          <a:highlight>
                            <a:srgbClr val="00FFFF"/>
                          </a:highlight>
                        </a:rPr>
                        <a:t>Review My Goals </a:t>
                      </a:r>
                      <a:r>
                        <a:rPr lang="en-ID" sz="1100" dirty="0" err="1">
                          <a:highlight>
                            <a:srgbClr val="00FFFF"/>
                          </a:highlight>
                        </a:rPr>
                        <a:t>Kepala</a:t>
                      </a:r>
                      <a:r>
                        <a:rPr lang="en-ID" sz="1100" dirty="0">
                          <a:highlight>
                            <a:srgbClr val="00FFFF"/>
                          </a:highlight>
                        </a:rPr>
                        <a:t> </a:t>
                      </a:r>
                      <a:r>
                        <a:rPr lang="en-ID" sz="1100" dirty="0" err="1">
                          <a:highlight>
                            <a:srgbClr val="00FFFF"/>
                          </a:highlight>
                        </a:rPr>
                        <a:t>Sekolah</a:t>
                      </a:r>
                      <a:endParaRPr lang="en-US" sz="1800" dirty="0">
                        <a:highlight>
                          <a:srgbClr val="00FFFF"/>
                        </a:highlight>
                      </a:endParaRPr>
                    </a:p>
                  </a:txBody>
                  <a:tcPr>
                    <a:solidFill>
                      <a:srgbClr val="C5F6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8031225"/>
                  </a:ext>
                </a:extLst>
              </a:tr>
              <a:tr h="73167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11</a:t>
                      </a:r>
                      <a:br>
                        <a:rPr lang="en-US" sz="1800" dirty="0"/>
                      </a:br>
                      <a:endParaRPr lang="en-US" sz="1800" dirty="0">
                        <a:solidFill>
                          <a:schemeClr val="tx1"/>
                        </a:solidFill>
                        <a:highlight>
                          <a:srgbClr val="FE7676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  <a:p>
                      <a:endParaRPr lang="en-US" sz="1100" dirty="0"/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  <a:p>
                      <a:endParaRPr lang="en-US" sz="1100" dirty="0"/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16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  <a:p>
                      <a:endParaRPr lang="en-US" sz="1100" dirty="0"/>
                    </a:p>
                  </a:txBody>
                  <a:tcPr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64702"/>
                  </a:ext>
                </a:extLst>
              </a:tr>
              <a:tr h="664896">
                <a:tc>
                  <a:txBody>
                    <a:bodyPr/>
                    <a:lstStyle/>
                    <a:p>
                      <a:r>
                        <a:rPr lang="en-ID" sz="1800" dirty="0">
                          <a:solidFill>
                            <a:srgbClr val="FF0000"/>
                          </a:solidFill>
                        </a:rPr>
                        <a:t>17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</a:t>
                      </a:r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19</a:t>
                      </a:r>
                    </a:p>
                    <a:p>
                      <a:endParaRPr lang="en-US" sz="1100" dirty="0"/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20</a:t>
                      </a:r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21</a:t>
                      </a:r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highlight>
                            <a:srgbClr val="00FF00"/>
                          </a:highlight>
                        </a:rPr>
                        <a:t>Hari Ibu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Penerimaan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Rapor</a:t>
                      </a:r>
                      <a:r>
                        <a:rPr lang="en-US" sz="1100" dirty="0"/>
                        <a:t> Semester 1</a:t>
                      </a:r>
                      <a:endParaRPr lang="en-US" sz="1100" dirty="0">
                        <a:highlight>
                          <a:srgbClr val="00FF00"/>
                        </a:highlight>
                      </a:endParaRPr>
                    </a:p>
                    <a:p>
                      <a:endParaRPr lang="en-US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Penerimaan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Rapor</a:t>
                      </a:r>
                      <a:r>
                        <a:rPr lang="en-US" sz="1000" dirty="0"/>
                        <a:t> Semester 1</a:t>
                      </a:r>
                    </a:p>
                    <a:p>
                      <a:endParaRPr lang="en-US" sz="1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766268"/>
                  </a:ext>
                </a:extLst>
              </a:tr>
              <a:tr h="893929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EC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Hari Raya Natal</a:t>
                      </a:r>
                    </a:p>
                    <a:p>
                      <a:endParaRPr lang="en-US" sz="11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26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Libur</a:t>
                      </a:r>
                      <a:r>
                        <a:rPr lang="en-US" sz="1100" dirty="0"/>
                        <a:t> Semester 1</a:t>
                      </a:r>
                    </a:p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27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Libur</a:t>
                      </a:r>
                      <a:r>
                        <a:rPr lang="en-US" sz="1100" dirty="0"/>
                        <a:t> Semester 1</a:t>
                      </a:r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Libur</a:t>
                      </a:r>
                      <a:r>
                        <a:rPr lang="en-US" sz="1100" dirty="0"/>
                        <a:t> Semester 1</a:t>
                      </a:r>
                    </a:p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Libur</a:t>
                      </a:r>
                      <a:r>
                        <a:rPr lang="en-US" sz="1100" dirty="0"/>
                        <a:t> Semester 1</a:t>
                      </a:r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Libur</a:t>
                      </a:r>
                      <a:r>
                        <a:rPr lang="en-US" sz="1100" dirty="0"/>
                        <a:t> Semester 1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50343"/>
                  </a:ext>
                </a:extLst>
              </a:tr>
              <a:tr h="7316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dirty="0">
                          <a:solidFill>
                            <a:srgbClr val="FF0000"/>
                          </a:solidFill>
                        </a:rPr>
                        <a:t>31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CF2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  <a:p>
                      <a:endParaRPr lang="en-US" sz="1100" dirty="0"/>
                    </a:p>
                  </a:txBody>
                  <a:tcPr>
                    <a:solidFill>
                      <a:srgbClr val="ECF2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  <a:p>
                      <a:endParaRPr lang="en-US" sz="800" dirty="0"/>
                    </a:p>
                  </a:txBody>
                  <a:tcPr>
                    <a:solidFill>
                      <a:srgbClr val="ECF2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solidFill>
                      <a:srgbClr val="EC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CF2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solidFill>
                      <a:srgbClr val="ECF2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C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577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5699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 lang="en-US" smtClean="0"/>
              <a:t>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Kalender</a:t>
            </a:r>
            <a:r>
              <a:rPr lang="en-US" dirty="0"/>
              <a:t> Pendidikan YHMDC </a:t>
            </a:r>
            <a:r>
              <a:rPr lang="en-US" dirty="0" err="1"/>
              <a:t>Tahun</a:t>
            </a:r>
            <a:r>
              <a:rPr lang="en-US" dirty="0"/>
              <a:t> Pelajaran 2023/2024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06DB283-D6A4-2227-8D8E-AAD0379B8985}"/>
              </a:ext>
            </a:extLst>
          </p:cNvPr>
          <p:cNvSpPr txBox="1">
            <a:spLocks/>
          </p:cNvSpPr>
          <p:nvPr/>
        </p:nvSpPr>
        <p:spPr>
          <a:xfrm>
            <a:off x="2346960" y="44624"/>
            <a:ext cx="7520940" cy="548640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b="1" dirty="0"/>
              <a:t>Januari 2024</a:t>
            </a:r>
            <a:endParaRPr lang="en-US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977F7D-B783-6CB9-05E0-D883E0E1B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261380"/>
              </p:ext>
            </p:extLst>
          </p:nvPr>
        </p:nvGraphicFramePr>
        <p:xfrm>
          <a:off x="599090" y="836712"/>
          <a:ext cx="10983308" cy="553749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69044">
                  <a:extLst>
                    <a:ext uri="{9D8B030D-6E8A-4147-A177-3AD203B41FA5}">
                      <a16:colId xmlns:a16="http://schemas.microsoft.com/office/drawing/2014/main" val="3208766093"/>
                    </a:ext>
                  </a:extLst>
                </a:gridCol>
                <a:gridCol w="1569044">
                  <a:extLst>
                    <a:ext uri="{9D8B030D-6E8A-4147-A177-3AD203B41FA5}">
                      <a16:colId xmlns:a16="http://schemas.microsoft.com/office/drawing/2014/main" val="4046973630"/>
                    </a:ext>
                  </a:extLst>
                </a:gridCol>
                <a:gridCol w="1569044">
                  <a:extLst>
                    <a:ext uri="{9D8B030D-6E8A-4147-A177-3AD203B41FA5}">
                      <a16:colId xmlns:a16="http://schemas.microsoft.com/office/drawing/2014/main" val="2683676925"/>
                    </a:ext>
                  </a:extLst>
                </a:gridCol>
                <a:gridCol w="1569044">
                  <a:extLst>
                    <a:ext uri="{9D8B030D-6E8A-4147-A177-3AD203B41FA5}">
                      <a16:colId xmlns:a16="http://schemas.microsoft.com/office/drawing/2014/main" val="2359708642"/>
                    </a:ext>
                  </a:extLst>
                </a:gridCol>
                <a:gridCol w="1569044">
                  <a:extLst>
                    <a:ext uri="{9D8B030D-6E8A-4147-A177-3AD203B41FA5}">
                      <a16:colId xmlns:a16="http://schemas.microsoft.com/office/drawing/2014/main" val="835579556"/>
                    </a:ext>
                  </a:extLst>
                </a:gridCol>
                <a:gridCol w="1569044">
                  <a:extLst>
                    <a:ext uri="{9D8B030D-6E8A-4147-A177-3AD203B41FA5}">
                      <a16:colId xmlns:a16="http://schemas.microsoft.com/office/drawing/2014/main" val="1970674259"/>
                    </a:ext>
                  </a:extLst>
                </a:gridCol>
                <a:gridCol w="1569044">
                  <a:extLst>
                    <a:ext uri="{9D8B030D-6E8A-4147-A177-3AD203B41FA5}">
                      <a16:colId xmlns:a16="http://schemas.microsoft.com/office/drawing/2014/main" val="2457941480"/>
                    </a:ext>
                  </a:extLst>
                </a:gridCol>
              </a:tblGrid>
              <a:tr h="62631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rgbClr val="FF0000"/>
                          </a:solidFill>
                        </a:rPr>
                        <a:t>Minggu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Senin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Selasa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Rabu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Kamis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Jum’at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Sabtu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164279"/>
                  </a:ext>
                </a:extLst>
              </a:tr>
              <a:tr h="10292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FE7676"/>
                          </a:solidFill>
                        </a:rPr>
                        <a:t>31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100" dirty="0">
                        <a:solidFill>
                          <a:srgbClr val="FE7676"/>
                        </a:solidFill>
                      </a:endParaRPr>
                    </a:p>
                  </a:txBody>
                  <a:tcPr>
                    <a:solidFill>
                      <a:srgbClr val="D7E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Libur</a:t>
                      </a:r>
                      <a:r>
                        <a:rPr lang="en-US" sz="1100" dirty="0"/>
                        <a:t> Semester 1</a:t>
                      </a:r>
                    </a:p>
                    <a:p>
                      <a:endParaRPr lang="en-US" sz="1100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Libur</a:t>
                      </a:r>
                      <a:r>
                        <a:rPr lang="en-US" sz="1100" dirty="0"/>
                        <a:t> Semester 1</a:t>
                      </a:r>
                    </a:p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Libur</a:t>
                      </a:r>
                      <a:r>
                        <a:rPr lang="en-US" sz="1100" dirty="0"/>
                        <a:t> Semester 1</a:t>
                      </a:r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Libur</a:t>
                      </a:r>
                      <a:r>
                        <a:rPr lang="en-US" sz="1100" dirty="0"/>
                        <a:t> Semester 1</a:t>
                      </a:r>
                    </a:p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Libur</a:t>
                      </a:r>
                      <a:r>
                        <a:rPr lang="en-US" sz="1100" dirty="0"/>
                        <a:t> Semester 1</a:t>
                      </a:r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Libur</a:t>
                      </a:r>
                      <a:r>
                        <a:rPr lang="en-US" sz="1100" dirty="0"/>
                        <a:t> Semester 1</a:t>
                      </a:r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967400"/>
                  </a:ext>
                </a:extLst>
              </a:tr>
              <a:tr h="900137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8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/>
                        <a:t>Hari </a:t>
                      </a:r>
                      <a:r>
                        <a:rPr lang="en-ID" sz="1100" dirty="0" err="1"/>
                        <a:t>pertama</a:t>
                      </a:r>
                      <a:r>
                        <a:rPr lang="en-ID" sz="1100" dirty="0"/>
                        <a:t> </a:t>
                      </a:r>
                      <a:r>
                        <a:rPr lang="en-ID" sz="1100" dirty="0" err="1"/>
                        <a:t>masuk</a:t>
                      </a:r>
                      <a:r>
                        <a:rPr lang="en-ID" sz="1100" dirty="0"/>
                        <a:t> </a:t>
                      </a:r>
                      <a:r>
                        <a:rPr lang="en-ID" sz="1100" dirty="0" err="1"/>
                        <a:t>sekolah</a:t>
                      </a:r>
                      <a:r>
                        <a:rPr lang="en-ID" sz="1100" dirty="0"/>
                        <a:t> Semester 2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031225"/>
                  </a:ext>
                </a:extLst>
              </a:tr>
              <a:tr h="92571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  <a:br>
                        <a:rPr lang="en-US" dirty="0"/>
                      </a:b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</a:t>
                      </a:r>
                    </a:p>
                    <a:p>
                      <a:endParaRPr lang="en-US" sz="1600" dirty="0"/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17</a:t>
                      </a:r>
                    </a:p>
                    <a:p>
                      <a:endParaRPr lang="en-US" sz="1600" dirty="0"/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20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64702"/>
                  </a:ext>
                </a:extLst>
              </a:tr>
              <a:tr h="1033568">
                <a:tc>
                  <a:txBody>
                    <a:bodyPr/>
                    <a:lstStyle/>
                    <a:p>
                      <a:r>
                        <a:rPr lang="en-ID" sz="1800" dirty="0">
                          <a:solidFill>
                            <a:srgbClr val="FF0000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EC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CF2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25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27</a:t>
                      </a:r>
                    </a:p>
                    <a:p>
                      <a:endParaRPr lang="en-US" sz="1050" dirty="0"/>
                    </a:p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766268"/>
                  </a:ext>
                </a:extLst>
              </a:tr>
              <a:tr h="102255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29</a:t>
                      </a:r>
                    </a:p>
                    <a:p>
                      <a:r>
                        <a:rPr lang="en-US" sz="1100" dirty="0"/>
                        <a:t>Liga </a:t>
                      </a:r>
                      <a:r>
                        <a:rPr lang="en-US" sz="1100" dirty="0" err="1"/>
                        <a:t>Pelajar</a:t>
                      </a:r>
                      <a:endParaRPr lang="en-US" sz="1100" dirty="0"/>
                    </a:p>
                    <a:p>
                      <a:r>
                        <a:rPr lang="en-US" sz="1100" dirty="0" err="1"/>
                        <a:t>Porseni</a:t>
                      </a:r>
                      <a:endParaRPr lang="en-US" sz="1100" dirty="0"/>
                    </a:p>
                  </a:txBody>
                  <a:tcPr>
                    <a:solidFill>
                      <a:srgbClr val="B1DF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30</a:t>
                      </a:r>
                    </a:p>
                    <a:p>
                      <a:r>
                        <a:rPr lang="en-US" sz="1100" dirty="0"/>
                        <a:t>Liga </a:t>
                      </a:r>
                      <a:r>
                        <a:rPr lang="en-US" sz="1100" dirty="0" err="1"/>
                        <a:t>Pelajar</a:t>
                      </a:r>
                      <a:endParaRPr lang="en-US" sz="1100" dirty="0"/>
                    </a:p>
                    <a:p>
                      <a:r>
                        <a:rPr lang="en-US" sz="1100" dirty="0" err="1"/>
                        <a:t>Porseni</a:t>
                      </a:r>
                      <a:endParaRPr lang="en-US" sz="1100" dirty="0"/>
                    </a:p>
                    <a:p>
                      <a:endParaRPr lang="en-ID" sz="1100" dirty="0"/>
                    </a:p>
                  </a:txBody>
                  <a:tcPr>
                    <a:solidFill>
                      <a:srgbClr val="B1DF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</a:p>
                    <a:p>
                      <a:r>
                        <a:rPr lang="en-US" sz="1000" dirty="0"/>
                        <a:t>Liga </a:t>
                      </a:r>
                      <a:r>
                        <a:rPr lang="en-US" sz="1000" dirty="0" err="1"/>
                        <a:t>Pelajar</a:t>
                      </a:r>
                      <a:endParaRPr lang="en-US" sz="1000" dirty="0"/>
                    </a:p>
                    <a:p>
                      <a:r>
                        <a:rPr lang="en-US" sz="1000" dirty="0" err="1"/>
                        <a:t>Porseni</a:t>
                      </a:r>
                      <a:endParaRPr lang="en-US" sz="1000" dirty="0"/>
                    </a:p>
                    <a:p>
                      <a:pPr marL="0" algn="l" defTabSz="685800" rtl="0" eaLnBrk="1" latinLnBrk="0" hangingPunct="1"/>
                      <a:endParaRPr lang="en-US" sz="10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1DF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50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664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 lang="en-US" smtClean="0"/>
              <a:t>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Kalender</a:t>
            </a:r>
            <a:r>
              <a:rPr lang="en-US" dirty="0"/>
              <a:t> Pendidikan YHMDC </a:t>
            </a:r>
            <a:r>
              <a:rPr lang="en-US" dirty="0" err="1"/>
              <a:t>Tahun</a:t>
            </a:r>
            <a:r>
              <a:rPr lang="en-US" dirty="0"/>
              <a:t> Pelajaran 2023/2024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32A4B74-9B2C-9FBF-9796-73A043D68CDA}"/>
              </a:ext>
            </a:extLst>
          </p:cNvPr>
          <p:cNvSpPr txBox="1">
            <a:spLocks/>
          </p:cNvSpPr>
          <p:nvPr/>
        </p:nvSpPr>
        <p:spPr>
          <a:xfrm>
            <a:off x="2346960" y="44624"/>
            <a:ext cx="7520940" cy="548640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b="1" dirty="0" err="1"/>
              <a:t>Februari</a:t>
            </a:r>
            <a:r>
              <a:rPr lang="en-ID" b="1" dirty="0"/>
              <a:t> 2024</a:t>
            </a:r>
            <a:endParaRPr lang="en-US" b="1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C0BC159-DC41-68D3-9424-2AFD14545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092606"/>
              </p:ext>
            </p:extLst>
          </p:nvPr>
        </p:nvGraphicFramePr>
        <p:xfrm>
          <a:off x="609600" y="508721"/>
          <a:ext cx="11033764" cy="597417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76252">
                  <a:extLst>
                    <a:ext uri="{9D8B030D-6E8A-4147-A177-3AD203B41FA5}">
                      <a16:colId xmlns:a16="http://schemas.microsoft.com/office/drawing/2014/main" val="3208766093"/>
                    </a:ext>
                  </a:extLst>
                </a:gridCol>
                <a:gridCol w="1576252">
                  <a:extLst>
                    <a:ext uri="{9D8B030D-6E8A-4147-A177-3AD203B41FA5}">
                      <a16:colId xmlns:a16="http://schemas.microsoft.com/office/drawing/2014/main" val="4046973630"/>
                    </a:ext>
                  </a:extLst>
                </a:gridCol>
                <a:gridCol w="1576252">
                  <a:extLst>
                    <a:ext uri="{9D8B030D-6E8A-4147-A177-3AD203B41FA5}">
                      <a16:colId xmlns:a16="http://schemas.microsoft.com/office/drawing/2014/main" val="2683676925"/>
                    </a:ext>
                  </a:extLst>
                </a:gridCol>
                <a:gridCol w="1576252">
                  <a:extLst>
                    <a:ext uri="{9D8B030D-6E8A-4147-A177-3AD203B41FA5}">
                      <a16:colId xmlns:a16="http://schemas.microsoft.com/office/drawing/2014/main" val="2359708642"/>
                    </a:ext>
                  </a:extLst>
                </a:gridCol>
                <a:gridCol w="1576252">
                  <a:extLst>
                    <a:ext uri="{9D8B030D-6E8A-4147-A177-3AD203B41FA5}">
                      <a16:colId xmlns:a16="http://schemas.microsoft.com/office/drawing/2014/main" val="835579556"/>
                    </a:ext>
                  </a:extLst>
                </a:gridCol>
                <a:gridCol w="1576252">
                  <a:extLst>
                    <a:ext uri="{9D8B030D-6E8A-4147-A177-3AD203B41FA5}">
                      <a16:colId xmlns:a16="http://schemas.microsoft.com/office/drawing/2014/main" val="1970674259"/>
                    </a:ext>
                  </a:extLst>
                </a:gridCol>
                <a:gridCol w="1576252">
                  <a:extLst>
                    <a:ext uri="{9D8B030D-6E8A-4147-A177-3AD203B41FA5}">
                      <a16:colId xmlns:a16="http://schemas.microsoft.com/office/drawing/2014/main" val="2457941480"/>
                    </a:ext>
                  </a:extLst>
                </a:gridCol>
              </a:tblGrid>
              <a:tr h="7217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rgbClr val="FF0000"/>
                          </a:solidFill>
                        </a:rPr>
                        <a:t>Minggu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Senin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Selasa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Rabu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Kamis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Jum’at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Sabtu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164279"/>
                  </a:ext>
                </a:extLst>
              </a:tr>
              <a:tr h="103725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E7676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  <a:endParaRPr lang="en-US" sz="18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7E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r>
                        <a:rPr lang="en-US" sz="1100" dirty="0"/>
                        <a:t>Liga </a:t>
                      </a:r>
                      <a:r>
                        <a:rPr lang="en-US" sz="1100" dirty="0" err="1"/>
                        <a:t>Pelajar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 err="1"/>
                        <a:t>Porseni</a:t>
                      </a:r>
                      <a:endParaRPr lang="en-US" sz="1050" dirty="0"/>
                    </a:p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B1DF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r>
                        <a:rPr lang="en-US" sz="1100" dirty="0"/>
                        <a:t>Liga </a:t>
                      </a:r>
                      <a:r>
                        <a:rPr lang="en-US" sz="1100" dirty="0" err="1"/>
                        <a:t>Pelajar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 err="1"/>
                        <a:t>Porseni</a:t>
                      </a:r>
                      <a:endParaRPr lang="en-US" sz="1050" dirty="0"/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1DF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  <a:p>
                      <a:r>
                        <a:rPr lang="en-US" sz="1100" dirty="0"/>
                        <a:t>Liga </a:t>
                      </a:r>
                      <a:r>
                        <a:rPr lang="en-US" sz="1100" dirty="0" err="1"/>
                        <a:t>Pelajar</a:t>
                      </a:r>
                      <a:r>
                        <a:rPr lang="en-US" sz="1100" dirty="0"/>
                        <a:t> </a:t>
                      </a:r>
                    </a:p>
                    <a:p>
                      <a:r>
                        <a:rPr lang="en-US" sz="1100" dirty="0" err="1"/>
                        <a:t>Porseni</a:t>
                      </a:r>
                      <a:endParaRPr lang="en-US" sz="1050" dirty="0"/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1DF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967400"/>
                  </a:ext>
                </a:extLst>
              </a:tr>
              <a:tr h="103725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Isra</a:t>
                      </a:r>
                      <a:r>
                        <a:rPr lang="en-US" sz="1000" dirty="0"/>
                        <a:t>’ </a:t>
                      </a:r>
                      <a:r>
                        <a:rPr lang="en-US" sz="1000" dirty="0" err="1"/>
                        <a:t>Mi’raj</a:t>
                      </a:r>
                      <a:r>
                        <a:rPr lang="en-US" sz="1000" dirty="0"/>
                        <a:t> Nabi Muhammad SAW (27 Rajab 1445 H)</a:t>
                      </a:r>
                    </a:p>
                    <a:p>
                      <a:endParaRPr lang="en-ID" sz="10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>
                          <a:solidFill>
                            <a:schemeClr val="tx1"/>
                          </a:solidFill>
                        </a:rPr>
                        <a:t>Tahun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</a:rPr>
                        <a:t>Baru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Imlek 2575</a:t>
                      </a:r>
                      <a:endParaRPr lang="en-US" sz="1000" dirty="0">
                        <a:solidFill>
                          <a:srgbClr val="FF0000"/>
                        </a:solidFill>
                      </a:endParaRPr>
                    </a:p>
                    <a:p>
                      <a:endParaRPr lang="en-US" sz="14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8031225"/>
                  </a:ext>
                </a:extLst>
              </a:tr>
              <a:tr h="92021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  <a:br>
                        <a:rPr lang="en-US" dirty="0"/>
                      </a:b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  <a:p>
                      <a:endParaRPr lang="en-US" sz="1600" dirty="0"/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</a:t>
                      </a:r>
                    </a:p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17</a:t>
                      </a:r>
                    </a:p>
                    <a:p>
                      <a:endParaRPr lang="en-US" sz="1100" dirty="0"/>
                    </a:p>
                  </a:txBody>
                  <a:tcPr>
                    <a:solidFill>
                      <a:srgbClr val="D7E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64702"/>
                  </a:ext>
                </a:extLst>
              </a:tr>
              <a:tr h="1191005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19</a:t>
                      </a:r>
                    </a:p>
                    <a:p>
                      <a:r>
                        <a:rPr lang="en-US" sz="1100" dirty="0" err="1"/>
                        <a:t>Pelaksanaan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Supervisi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Komperehensif</a:t>
                      </a:r>
                      <a:endParaRPr lang="en-US" sz="1100" dirty="0"/>
                    </a:p>
                  </a:txBody>
                  <a:tcPr>
                    <a:gradFill>
                      <a:gsLst>
                        <a:gs pos="51000">
                          <a:srgbClr val="09D8DD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</a:t>
                      </a:r>
                    </a:p>
                    <a:p>
                      <a:r>
                        <a:rPr lang="en-US" sz="1100" dirty="0" err="1"/>
                        <a:t>Pelaksanaan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Supervisi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Komperehensif</a:t>
                      </a:r>
                      <a:endParaRPr lang="en-US" sz="1100" dirty="0"/>
                    </a:p>
                    <a:p>
                      <a:endParaRPr lang="en-US" sz="1100" dirty="0"/>
                    </a:p>
                  </a:txBody>
                  <a:tcPr>
                    <a:gradFill>
                      <a:gsLst>
                        <a:gs pos="51000">
                          <a:srgbClr val="09D8DD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21</a:t>
                      </a:r>
                    </a:p>
                    <a:p>
                      <a:r>
                        <a:rPr lang="en-US" sz="1100" dirty="0" err="1"/>
                        <a:t>Pelaksanaan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Supervisi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Komperehensif</a:t>
                      </a:r>
                      <a:endParaRPr lang="en-US" sz="1100" dirty="0"/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>
                      <a:gsLst>
                        <a:gs pos="51000">
                          <a:srgbClr val="09D8DD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22</a:t>
                      </a:r>
                    </a:p>
                    <a:p>
                      <a:r>
                        <a:rPr lang="en-US" sz="1100" dirty="0" err="1"/>
                        <a:t>Pelaksanaan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Supervisi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Komperehensif</a:t>
                      </a:r>
                      <a:endParaRPr lang="en-US" sz="1100" dirty="0"/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>
                      <a:gsLst>
                        <a:gs pos="51000">
                          <a:srgbClr val="09D8DD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23</a:t>
                      </a:r>
                    </a:p>
                    <a:p>
                      <a:r>
                        <a:rPr lang="en-US" sz="1100" dirty="0" err="1"/>
                        <a:t>Pelaksanaan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Supervisi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Komperehensif</a:t>
                      </a:r>
                      <a:endParaRPr lang="en-US" sz="1100" dirty="0"/>
                    </a:p>
                    <a:p>
                      <a:endParaRPr lang="en-US" sz="1100" dirty="0"/>
                    </a:p>
                  </a:txBody>
                  <a:tcPr>
                    <a:gradFill>
                      <a:gsLst>
                        <a:gs pos="51000">
                          <a:srgbClr val="09D8DD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24</a:t>
                      </a:r>
                    </a:p>
                    <a:p>
                      <a:r>
                        <a:rPr lang="en-US" sz="1100" dirty="0" err="1"/>
                        <a:t>Pelaksanaan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Supervisi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Komperehensif</a:t>
                      </a:r>
                      <a:endParaRPr lang="en-US" sz="1100" dirty="0"/>
                    </a:p>
                  </a:txBody>
                  <a:tcPr>
                    <a:gradFill>
                      <a:gsLst>
                        <a:gs pos="51000">
                          <a:srgbClr val="09D8DD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975766268"/>
                  </a:ext>
                </a:extLst>
              </a:tr>
              <a:tr h="1066727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en-US" sz="18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en-US" sz="18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50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4581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 lang="en-US" smtClean="0"/>
              <a:t>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Kalender</a:t>
            </a:r>
            <a:r>
              <a:rPr lang="en-US" dirty="0"/>
              <a:t> Pendidikan YHMDC </a:t>
            </a:r>
            <a:r>
              <a:rPr lang="en-US" dirty="0" err="1"/>
              <a:t>Tahun</a:t>
            </a:r>
            <a:r>
              <a:rPr lang="en-US" dirty="0"/>
              <a:t> Pelajaran 2023/2024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32A4B74-9B2C-9FBF-9796-73A043D68CDA}"/>
              </a:ext>
            </a:extLst>
          </p:cNvPr>
          <p:cNvSpPr txBox="1">
            <a:spLocks/>
          </p:cNvSpPr>
          <p:nvPr/>
        </p:nvSpPr>
        <p:spPr>
          <a:xfrm>
            <a:off x="2346960" y="44624"/>
            <a:ext cx="7520940" cy="548640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b="1" dirty="0" err="1"/>
              <a:t>Maret</a:t>
            </a:r>
            <a:r>
              <a:rPr lang="en-ID" b="1" dirty="0"/>
              <a:t> 2024</a:t>
            </a:r>
            <a:endParaRPr lang="en-US" b="1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C0BC159-DC41-68D3-9424-2AFD14545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660709"/>
              </p:ext>
            </p:extLst>
          </p:nvPr>
        </p:nvGraphicFramePr>
        <p:xfrm>
          <a:off x="630622" y="508721"/>
          <a:ext cx="10992422" cy="599058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70346">
                  <a:extLst>
                    <a:ext uri="{9D8B030D-6E8A-4147-A177-3AD203B41FA5}">
                      <a16:colId xmlns:a16="http://schemas.microsoft.com/office/drawing/2014/main" val="3208766093"/>
                    </a:ext>
                  </a:extLst>
                </a:gridCol>
                <a:gridCol w="1570346">
                  <a:extLst>
                    <a:ext uri="{9D8B030D-6E8A-4147-A177-3AD203B41FA5}">
                      <a16:colId xmlns:a16="http://schemas.microsoft.com/office/drawing/2014/main" val="4046973630"/>
                    </a:ext>
                  </a:extLst>
                </a:gridCol>
                <a:gridCol w="1570346">
                  <a:extLst>
                    <a:ext uri="{9D8B030D-6E8A-4147-A177-3AD203B41FA5}">
                      <a16:colId xmlns:a16="http://schemas.microsoft.com/office/drawing/2014/main" val="2683676925"/>
                    </a:ext>
                  </a:extLst>
                </a:gridCol>
                <a:gridCol w="1570346">
                  <a:extLst>
                    <a:ext uri="{9D8B030D-6E8A-4147-A177-3AD203B41FA5}">
                      <a16:colId xmlns:a16="http://schemas.microsoft.com/office/drawing/2014/main" val="2359708642"/>
                    </a:ext>
                  </a:extLst>
                </a:gridCol>
                <a:gridCol w="1570346">
                  <a:extLst>
                    <a:ext uri="{9D8B030D-6E8A-4147-A177-3AD203B41FA5}">
                      <a16:colId xmlns:a16="http://schemas.microsoft.com/office/drawing/2014/main" val="835579556"/>
                    </a:ext>
                  </a:extLst>
                </a:gridCol>
                <a:gridCol w="1570346">
                  <a:extLst>
                    <a:ext uri="{9D8B030D-6E8A-4147-A177-3AD203B41FA5}">
                      <a16:colId xmlns:a16="http://schemas.microsoft.com/office/drawing/2014/main" val="1970674259"/>
                    </a:ext>
                  </a:extLst>
                </a:gridCol>
                <a:gridCol w="1570346">
                  <a:extLst>
                    <a:ext uri="{9D8B030D-6E8A-4147-A177-3AD203B41FA5}">
                      <a16:colId xmlns:a16="http://schemas.microsoft.com/office/drawing/2014/main" val="2457941480"/>
                    </a:ext>
                  </a:extLst>
                </a:gridCol>
              </a:tblGrid>
              <a:tr h="7217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rgbClr val="FF0000"/>
                          </a:solidFill>
                        </a:rPr>
                        <a:t>Minggu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Senin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Selasa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Rabu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Kamis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Jum’at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Sabtu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164279"/>
                  </a:ext>
                </a:extLst>
              </a:tr>
              <a:tr h="832039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E7676"/>
                          </a:solidFill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  <a:endParaRPr lang="en-US" sz="18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7E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7E5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7E5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7E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967400"/>
                  </a:ext>
                </a:extLst>
              </a:tr>
              <a:tr h="78232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Penilaian</a:t>
                      </a:r>
                      <a:r>
                        <a:rPr lang="en-US" sz="1000" dirty="0"/>
                        <a:t> Tengah Semester 2</a:t>
                      </a:r>
                      <a:endParaRPr lang="en-ID" sz="1000" dirty="0"/>
                    </a:p>
                  </a:txBody>
                  <a:tcPr>
                    <a:pattFill prst="wdUpDiag">
                      <a:fgClr>
                        <a:srgbClr val="D7E5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Penilaian</a:t>
                      </a:r>
                      <a:r>
                        <a:rPr lang="en-US" sz="1000" dirty="0"/>
                        <a:t> Tengah Semester 2</a:t>
                      </a:r>
                      <a:endParaRPr lang="en-ID" sz="1000" dirty="0"/>
                    </a:p>
                    <a:p>
                      <a:endParaRPr lang="en-ID" sz="1000" dirty="0"/>
                    </a:p>
                  </a:txBody>
                  <a:tcPr>
                    <a:pattFill prst="wdUpDiag">
                      <a:fgClr>
                        <a:srgbClr val="D7E5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Penilaian</a:t>
                      </a:r>
                      <a:r>
                        <a:rPr lang="en-US" sz="1000" dirty="0"/>
                        <a:t> Tengah Semester 2</a:t>
                      </a:r>
                      <a:endParaRPr lang="en-ID" sz="1000" dirty="0"/>
                    </a:p>
                    <a:p>
                      <a:endParaRPr lang="en-ID" sz="1000" dirty="0"/>
                    </a:p>
                  </a:txBody>
                  <a:tcPr>
                    <a:pattFill prst="wdUpDiag">
                      <a:fgClr>
                        <a:srgbClr val="D7E5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7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Penilaian</a:t>
                      </a:r>
                      <a:r>
                        <a:rPr lang="en-US" sz="1000" dirty="0"/>
                        <a:t> Tengah Semester 2</a:t>
                      </a:r>
                      <a:endParaRPr lang="en-ID" sz="1000" dirty="0"/>
                    </a:p>
                    <a:p>
                      <a:endParaRPr lang="en-ID" sz="1000" dirty="0"/>
                    </a:p>
                  </a:txBody>
                  <a:tcPr>
                    <a:pattFill prst="wdUpDiag">
                      <a:fgClr>
                        <a:srgbClr val="D7E5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Penilaian</a:t>
                      </a:r>
                      <a:r>
                        <a:rPr lang="en-US" sz="1000" dirty="0"/>
                        <a:t> Tengah Semester 2</a:t>
                      </a:r>
                    </a:p>
                    <a:p>
                      <a:endParaRPr lang="en-US" sz="1400" dirty="0"/>
                    </a:p>
                  </a:txBody>
                  <a:tcPr>
                    <a:pattFill prst="wdUpDiag">
                      <a:fgClr>
                        <a:srgbClr val="D7E5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Penilaian</a:t>
                      </a:r>
                      <a:r>
                        <a:rPr lang="en-US" sz="1000" dirty="0"/>
                        <a:t> Tengah Semester 2</a:t>
                      </a:r>
                      <a:endParaRPr lang="en-ID" sz="1000" dirty="0"/>
                    </a:p>
                  </a:txBody>
                  <a:tcPr>
                    <a:pattFill prst="wdUpDiag">
                      <a:fgClr>
                        <a:srgbClr val="D7E5F9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658031225"/>
                  </a:ext>
                </a:extLst>
              </a:tr>
              <a:tr h="873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11</a:t>
                      </a:r>
                    </a:p>
                    <a:p>
                      <a:r>
                        <a:rPr lang="en-US" sz="1000" dirty="0"/>
                        <a:t>Hari Raya </a:t>
                      </a:r>
                      <a:r>
                        <a:rPr lang="en-US" sz="1000" dirty="0" err="1"/>
                        <a:t>Nyepi</a:t>
                      </a:r>
                      <a:br>
                        <a:rPr lang="en-US" dirty="0"/>
                      </a:br>
                      <a:endParaRPr lang="en-US" sz="16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Libur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Menyambut</a:t>
                      </a:r>
                      <a:r>
                        <a:rPr lang="en-US" sz="1000" dirty="0"/>
                        <a:t> Ramadhan 1445 H</a:t>
                      </a:r>
                    </a:p>
                    <a:p>
                      <a:endParaRPr lang="en-US" sz="11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Libur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Menyambut</a:t>
                      </a:r>
                      <a:r>
                        <a:rPr lang="en-US" sz="1000" dirty="0"/>
                        <a:t> Ramadhan 1445 H</a:t>
                      </a:r>
                    </a:p>
                    <a:p>
                      <a:endParaRPr lang="en-US" sz="11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Libur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Menyambut</a:t>
                      </a:r>
                      <a:r>
                        <a:rPr lang="en-US" sz="1000" dirty="0"/>
                        <a:t> Ramadhan 1445 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  <a:p>
                      <a:endParaRPr lang="en-US" sz="11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16</a:t>
                      </a:r>
                    </a:p>
                    <a:p>
                      <a:endParaRPr lang="en-US" sz="1100" dirty="0"/>
                    </a:p>
                  </a:txBody>
                  <a:tcPr>
                    <a:solidFill>
                      <a:srgbClr val="D7E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64702"/>
                  </a:ext>
                </a:extLst>
              </a:tr>
              <a:tr h="98184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</a:t>
                      </a:r>
                    </a:p>
                  </a:txBody>
                  <a:tcPr>
                    <a:solidFill>
                      <a:srgbClr val="EC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19</a:t>
                      </a:r>
                    </a:p>
                    <a:p>
                      <a:endParaRPr lang="en-US" sz="1100" dirty="0"/>
                    </a:p>
                  </a:txBody>
                  <a:tcPr>
                    <a:solidFill>
                      <a:srgbClr val="ECF2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20</a:t>
                      </a:r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CF2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21</a:t>
                      </a:r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C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22</a:t>
                      </a:r>
                    </a:p>
                    <a:p>
                      <a:endParaRPr lang="en-US" sz="1100" dirty="0"/>
                    </a:p>
                  </a:txBody>
                  <a:tcPr>
                    <a:solidFill>
                      <a:srgbClr val="EC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23</a:t>
                      </a:r>
                    </a:p>
                  </a:txBody>
                  <a:tcPr>
                    <a:solidFill>
                      <a:srgbClr val="EC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766268"/>
                  </a:ext>
                </a:extLst>
              </a:tr>
              <a:tr h="838783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/>
                        <a:t>SLC</a:t>
                      </a:r>
                    </a:p>
                    <a:p>
                      <a:endParaRPr lang="en-US" sz="1000" dirty="0"/>
                    </a:p>
                  </a:txBody>
                  <a:tcPr>
                    <a:gradFill>
                      <a:gsLst>
                        <a:gs pos="0">
                          <a:schemeClr val="accent2">
                            <a:lumMod val="75000"/>
                          </a:schemeClr>
                        </a:gs>
                        <a:gs pos="28000">
                          <a:srgbClr val="BCFAFC"/>
                        </a:gs>
                        <a:gs pos="100000">
                          <a:schemeClr val="bg1"/>
                        </a:gs>
                      </a:gsLst>
                      <a:lin ang="27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  <a:p>
                      <a:r>
                        <a:rPr lang="en-ID" sz="1000" dirty="0"/>
                        <a:t>SLC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2">
                            <a:lumMod val="75000"/>
                          </a:schemeClr>
                        </a:gs>
                        <a:gs pos="28000">
                          <a:srgbClr val="BCFAFC"/>
                        </a:gs>
                        <a:gs pos="100000">
                          <a:schemeClr val="bg1"/>
                        </a:gs>
                      </a:gsLst>
                      <a:lin ang="27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27</a:t>
                      </a:r>
                    </a:p>
                    <a:p>
                      <a:pPr marL="0" algn="l" defTabSz="685800" rtl="0" eaLnBrk="1" latinLnBrk="0" hangingPunct="1"/>
                      <a:r>
                        <a:rPr lang="en-ID" sz="1000" dirty="0"/>
                        <a:t>SLC</a:t>
                      </a:r>
                      <a:endParaRPr lang="en-US" sz="10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2">
                            <a:lumMod val="75000"/>
                          </a:schemeClr>
                        </a:gs>
                        <a:gs pos="28000">
                          <a:srgbClr val="BCFAFC"/>
                        </a:gs>
                        <a:gs pos="100000">
                          <a:schemeClr val="bg1"/>
                        </a:gs>
                      </a:gsLst>
                      <a:lin ang="27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  <a:p>
                      <a:pPr marL="0" algn="l" defTabSz="685800" rtl="0" eaLnBrk="1" latinLnBrk="0" hangingPunct="1"/>
                      <a:r>
                        <a:rPr lang="en-ID" sz="1000" dirty="0"/>
                        <a:t>SLC</a:t>
                      </a:r>
                      <a:endParaRPr lang="en-US" sz="10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2">
                            <a:lumMod val="75000"/>
                          </a:schemeClr>
                        </a:gs>
                        <a:gs pos="28000">
                          <a:srgbClr val="BCFAFC"/>
                        </a:gs>
                        <a:gs pos="100000">
                          <a:schemeClr val="bg1"/>
                        </a:gs>
                      </a:gsLst>
                      <a:lin ang="27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en-US" sz="18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/>
                        <a:t>Wafat</a:t>
                      </a:r>
                      <a:r>
                        <a:rPr lang="en-ID" sz="1000" dirty="0"/>
                        <a:t> Isa </a:t>
                      </a:r>
                      <a:r>
                        <a:rPr lang="en-ID" sz="1000" dirty="0" err="1"/>
                        <a:t>Almasih</a:t>
                      </a:r>
                      <a:r>
                        <a:rPr lang="en-ID" sz="1000" dirty="0"/>
                        <a:t> (</a:t>
                      </a:r>
                      <a:r>
                        <a:rPr lang="en-ID" sz="1000" dirty="0" err="1"/>
                        <a:t>Jum’at</a:t>
                      </a:r>
                      <a:r>
                        <a:rPr lang="en-ID" sz="1000" dirty="0"/>
                        <a:t> Agung)</a:t>
                      </a:r>
                    </a:p>
                    <a:p>
                      <a:pPr marL="0" algn="l" defTabSz="914400" rtl="0" eaLnBrk="1" latinLnBrk="0" hangingPunct="1"/>
                      <a:endParaRPr lang="en-US" sz="1000" kern="1200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  <a:p>
                      <a:pPr marL="0" algn="l" defTabSz="685800" rtl="0" eaLnBrk="1" latinLnBrk="0" hangingPunct="1"/>
                      <a:r>
                        <a:rPr lang="en-ID" sz="1000" dirty="0"/>
                        <a:t>SLC</a:t>
                      </a:r>
                      <a:endParaRPr lang="en-US" sz="10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2">
                            <a:lumMod val="75000"/>
                          </a:schemeClr>
                        </a:gs>
                        <a:gs pos="28000">
                          <a:srgbClr val="BCFAFC"/>
                        </a:gs>
                        <a:gs pos="100000">
                          <a:schemeClr val="bg1"/>
                        </a:gs>
                      </a:gsLst>
                      <a:lin ang="27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445034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31</a:t>
                      </a:r>
                    </a:p>
                    <a:p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Corbel" panose="020B050302020402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Corbel" panose="020B050302020402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Corbel" panose="020B050302020402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Corbel" panose="020B050302020402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Corbel" panose="020B050302020402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981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5805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 lang="en-US" smtClean="0"/>
              <a:t>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Kalender</a:t>
            </a:r>
            <a:r>
              <a:rPr lang="en-US" dirty="0"/>
              <a:t> Pendidikan YHMDC </a:t>
            </a:r>
            <a:r>
              <a:rPr lang="en-US" dirty="0" err="1"/>
              <a:t>Tahun</a:t>
            </a:r>
            <a:r>
              <a:rPr lang="en-US" dirty="0"/>
              <a:t> Pelajaran 2023/2024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14AB48B-BC3C-6F29-65B6-B7A746123138}"/>
              </a:ext>
            </a:extLst>
          </p:cNvPr>
          <p:cNvSpPr txBox="1">
            <a:spLocks/>
          </p:cNvSpPr>
          <p:nvPr/>
        </p:nvSpPr>
        <p:spPr>
          <a:xfrm>
            <a:off x="2346960" y="44624"/>
            <a:ext cx="7520940" cy="548640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b="1" dirty="0"/>
              <a:t>April 2024</a:t>
            </a:r>
            <a:endParaRPr lang="en-US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A11CB41-393A-FAAF-3DC2-FD41FE593C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50859"/>
              </p:ext>
            </p:extLst>
          </p:nvPr>
        </p:nvGraphicFramePr>
        <p:xfrm>
          <a:off x="651641" y="565408"/>
          <a:ext cx="10971394" cy="490312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67342">
                  <a:extLst>
                    <a:ext uri="{9D8B030D-6E8A-4147-A177-3AD203B41FA5}">
                      <a16:colId xmlns:a16="http://schemas.microsoft.com/office/drawing/2014/main" val="3208766093"/>
                    </a:ext>
                  </a:extLst>
                </a:gridCol>
                <a:gridCol w="1567342">
                  <a:extLst>
                    <a:ext uri="{9D8B030D-6E8A-4147-A177-3AD203B41FA5}">
                      <a16:colId xmlns:a16="http://schemas.microsoft.com/office/drawing/2014/main" val="4046973630"/>
                    </a:ext>
                  </a:extLst>
                </a:gridCol>
                <a:gridCol w="1567342">
                  <a:extLst>
                    <a:ext uri="{9D8B030D-6E8A-4147-A177-3AD203B41FA5}">
                      <a16:colId xmlns:a16="http://schemas.microsoft.com/office/drawing/2014/main" val="2683676925"/>
                    </a:ext>
                  </a:extLst>
                </a:gridCol>
                <a:gridCol w="1567342">
                  <a:extLst>
                    <a:ext uri="{9D8B030D-6E8A-4147-A177-3AD203B41FA5}">
                      <a16:colId xmlns:a16="http://schemas.microsoft.com/office/drawing/2014/main" val="2359708642"/>
                    </a:ext>
                  </a:extLst>
                </a:gridCol>
                <a:gridCol w="1567342">
                  <a:extLst>
                    <a:ext uri="{9D8B030D-6E8A-4147-A177-3AD203B41FA5}">
                      <a16:colId xmlns:a16="http://schemas.microsoft.com/office/drawing/2014/main" val="835579556"/>
                    </a:ext>
                  </a:extLst>
                </a:gridCol>
                <a:gridCol w="1567342">
                  <a:extLst>
                    <a:ext uri="{9D8B030D-6E8A-4147-A177-3AD203B41FA5}">
                      <a16:colId xmlns:a16="http://schemas.microsoft.com/office/drawing/2014/main" val="1970674259"/>
                    </a:ext>
                  </a:extLst>
                </a:gridCol>
                <a:gridCol w="1567342">
                  <a:extLst>
                    <a:ext uri="{9D8B030D-6E8A-4147-A177-3AD203B41FA5}">
                      <a16:colId xmlns:a16="http://schemas.microsoft.com/office/drawing/2014/main" val="2457941480"/>
                    </a:ext>
                  </a:extLst>
                </a:gridCol>
              </a:tblGrid>
              <a:tr h="415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rgbClr val="FF0000"/>
                          </a:solidFill>
                        </a:rPr>
                        <a:t>Minggu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Senin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Selasa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Rabu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Kamis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Jum’at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Sabtu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164279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E7676"/>
                          </a:solidFill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D3E2F"/>
                          </a:solidFill>
                          <a:effectLst/>
                          <a:uLnTx/>
                          <a:uFillTx/>
                          <a:latin typeface="Corbel" panose="020B050302020402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D3E2F"/>
                          </a:solidFill>
                          <a:effectLst/>
                          <a:uLnTx/>
                          <a:uFillTx/>
                          <a:latin typeface="Corbel" panose="020B050302020402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D3E2F"/>
                          </a:solidFill>
                          <a:effectLst/>
                          <a:uLnTx/>
                          <a:uFillTx/>
                          <a:latin typeface="Corbel" panose="020B050302020402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D3E2F"/>
                          </a:solidFill>
                          <a:effectLst/>
                          <a:uLnTx/>
                          <a:uFillTx/>
                          <a:latin typeface="Corbel" panose="020B050302020402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kern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4967400"/>
                  </a:ext>
                </a:extLst>
              </a:tr>
              <a:tr h="103725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dirty="0"/>
                        <a:t>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 err="1">
                          <a:solidFill>
                            <a:schemeClr val="dk1"/>
                          </a:solidFill>
                        </a:rPr>
                        <a:t>Libur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</a:rPr>
                        <a:t>menyambut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</a:rPr>
                        <a:t>Idul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</a:rPr>
                        <a:t>Fitri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</a:rPr>
                        <a:t> 1445 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D" sz="10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 err="1">
                          <a:solidFill>
                            <a:schemeClr val="dk1"/>
                          </a:solidFill>
                        </a:rPr>
                        <a:t>Libur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</a:rPr>
                        <a:t>menyambut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</a:rPr>
                        <a:t>Idul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</a:rPr>
                        <a:t>Fitri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</a:rPr>
                        <a:t> 1445 H</a:t>
                      </a:r>
                    </a:p>
                    <a:p>
                      <a:endParaRPr lang="en-ID" sz="10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10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/>
                        <a:t>Idul Fitri 1 Syawal 1445 H</a:t>
                      </a:r>
                    </a:p>
                    <a:p>
                      <a:endParaRPr lang="en-ID" sz="11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11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Idul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Fitri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2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</a:rPr>
                        <a:t>Syawal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1445 H</a:t>
                      </a:r>
                    </a:p>
                    <a:p>
                      <a:endParaRPr lang="en-ID" sz="11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 err="1">
                          <a:solidFill>
                            <a:schemeClr val="dk1"/>
                          </a:solidFill>
                        </a:rPr>
                        <a:t>Libur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</a:rPr>
                        <a:t>menyambut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</a:rPr>
                        <a:t>Idul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</a:rPr>
                        <a:t>Fitri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</a:rPr>
                        <a:t> 1445 H</a:t>
                      </a:r>
                    </a:p>
                    <a:p>
                      <a:endParaRPr lang="en-US" sz="10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 err="1">
                          <a:solidFill>
                            <a:schemeClr val="dk1"/>
                          </a:solidFill>
                        </a:rPr>
                        <a:t>Libur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</a:rPr>
                        <a:t>menyambut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</a:rPr>
                        <a:t>Idul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</a:rPr>
                        <a:t>Fitri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</a:rPr>
                        <a:t> 1445 H</a:t>
                      </a:r>
                    </a:p>
                    <a:p>
                      <a:endParaRPr lang="en-US" sz="10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8031225"/>
                  </a:ext>
                </a:extLst>
              </a:tr>
              <a:tr h="87618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15</a:t>
                      </a:r>
                      <a:br>
                        <a:rPr lang="en-US" dirty="0"/>
                      </a:br>
                      <a:r>
                        <a:rPr lang="en-US" sz="1050" kern="1200" dirty="0" err="1">
                          <a:solidFill>
                            <a:schemeClr val="dk1"/>
                          </a:solidFill>
                        </a:rPr>
                        <a:t>Libur</a:t>
                      </a:r>
                      <a:r>
                        <a:rPr lang="en-US" sz="1050" kern="12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50" kern="1200" dirty="0" err="1">
                          <a:solidFill>
                            <a:schemeClr val="dk1"/>
                          </a:solidFill>
                        </a:rPr>
                        <a:t>menyambut</a:t>
                      </a:r>
                      <a:r>
                        <a:rPr lang="en-US" sz="1050" kern="12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50" kern="1200" dirty="0" err="1">
                          <a:solidFill>
                            <a:schemeClr val="dk1"/>
                          </a:solidFill>
                        </a:rPr>
                        <a:t>Idul</a:t>
                      </a:r>
                      <a:r>
                        <a:rPr lang="en-US" sz="1050" kern="12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50" kern="1200" dirty="0" err="1">
                          <a:solidFill>
                            <a:schemeClr val="dk1"/>
                          </a:solidFill>
                        </a:rPr>
                        <a:t>Fitri</a:t>
                      </a:r>
                      <a:r>
                        <a:rPr lang="en-US" sz="1050" kern="1200" dirty="0">
                          <a:solidFill>
                            <a:schemeClr val="dk1"/>
                          </a:solidFill>
                        </a:rPr>
                        <a:t> 1445 H</a:t>
                      </a:r>
                    </a:p>
                    <a:p>
                      <a:endParaRPr lang="en-US" sz="105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 err="1">
                          <a:solidFill>
                            <a:schemeClr val="dk1"/>
                          </a:solidFill>
                        </a:rPr>
                        <a:t>Libur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</a:rPr>
                        <a:t>menyambut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</a:rPr>
                        <a:t>Idul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</a:rPr>
                        <a:t>Fitri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</a:rPr>
                        <a:t> 1445 H</a:t>
                      </a:r>
                    </a:p>
                    <a:p>
                      <a:endParaRPr lang="en-US" sz="10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17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 err="1">
                          <a:solidFill>
                            <a:schemeClr val="dk1"/>
                          </a:solidFill>
                        </a:rPr>
                        <a:t>Libur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</a:rPr>
                        <a:t>menyambut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</a:rPr>
                        <a:t>Idul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</a:rPr>
                        <a:t>Fitri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</a:rPr>
                        <a:t> 1445 H</a:t>
                      </a:r>
                    </a:p>
                    <a:p>
                      <a:endParaRPr lang="en-US" sz="10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20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64702"/>
                  </a:ext>
                </a:extLst>
              </a:tr>
              <a:tr h="79372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21</a:t>
                      </a:r>
                    </a:p>
                    <a:p>
                      <a:r>
                        <a:rPr lang="en-US" sz="1000" dirty="0" err="1">
                          <a:solidFill>
                            <a:srgbClr val="FF0000"/>
                          </a:solidFill>
                        </a:rPr>
                        <a:t>Peringatan</a:t>
                      </a:r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 Hari </a:t>
                      </a:r>
                      <a:r>
                        <a:rPr lang="en-US" sz="1000" dirty="0" err="1">
                          <a:solidFill>
                            <a:srgbClr val="FF0000"/>
                          </a:solidFill>
                        </a:rPr>
                        <a:t>Kartini</a:t>
                      </a:r>
                      <a:endParaRPr 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EC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26</a:t>
                      </a:r>
                      <a:endParaRPr lang="en-US" dirty="0"/>
                    </a:p>
                  </a:txBody>
                  <a:tcPr>
                    <a:solidFill>
                      <a:srgbClr val="EC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27</a:t>
                      </a:r>
                      <a:endParaRPr lang="en-US" dirty="0"/>
                    </a:p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C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766268"/>
                  </a:ext>
                </a:extLst>
              </a:tr>
              <a:tr h="9165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28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29</a:t>
                      </a:r>
                      <a:endParaRPr lang="en-US" dirty="0"/>
                    </a:p>
                  </a:txBody>
                  <a:tcPr>
                    <a:solidFill>
                      <a:srgbClr val="D7E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7E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kern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7E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solidFill>
                      <a:srgbClr val="D7E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800" kern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7E5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kern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7E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50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1640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 lang="en-US" smtClean="0"/>
              <a:t>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Kalender</a:t>
            </a:r>
            <a:r>
              <a:rPr lang="en-US" dirty="0"/>
              <a:t> Pendidikan YHMDC </a:t>
            </a:r>
            <a:r>
              <a:rPr lang="en-US" dirty="0" err="1"/>
              <a:t>Tahun</a:t>
            </a:r>
            <a:r>
              <a:rPr lang="en-US" dirty="0"/>
              <a:t> Pelajaran 2023/2024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C2863B8-843C-04E9-9A1B-32E362D19B95}"/>
              </a:ext>
            </a:extLst>
          </p:cNvPr>
          <p:cNvSpPr txBox="1">
            <a:spLocks/>
          </p:cNvSpPr>
          <p:nvPr/>
        </p:nvSpPr>
        <p:spPr>
          <a:xfrm>
            <a:off x="2346960" y="44624"/>
            <a:ext cx="7520940" cy="548640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b="1" dirty="0"/>
              <a:t>Mei 2024</a:t>
            </a:r>
            <a:endParaRPr lang="en-US" b="1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8BB5C3A-0AF8-E0E8-A30E-399020227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14626"/>
              </p:ext>
            </p:extLst>
          </p:nvPr>
        </p:nvGraphicFramePr>
        <p:xfrm>
          <a:off x="453404" y="593264"/>
          <a:ext cx="11181551" cy="586996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71601">
                  <a:extLst>
                    <a:ext uri="{9D8B030D-6E8A-4147-A177-3AD203B41FA5}">
                      <a16:colId xmlns:a16="http://schemas.microsoft.com/office/drawing/2014/main" val="3208766093"/>
                    </a:ext>
                  </a:extLst>
                </a:gridCol>
                <a:gridCol w="1717926">
                  <a:extLst>
                    <a:ext uri="{9D8B030D-6E8A-4147-A177-3AD203B41FA5}">
                      <a16:colId xmlns:a16="http://schemas.microsoft.com/office/drawing/2014/main" val="4046973630"/>
                    </a:ext>
                  </a:extLst>
                </a:gridCol>
                <a:gridCol w="1623099">
                  <a:extLst>
                    <a:ext uri="{9D8B030D-6E8A-4147-A177-3AD203B41FA5}">
                      <a16:colId xmlns:a16="http://schemas.microsoft.com/office/drawing/2014/main" val="2683676925"/>
                    </a:ext>
                  </a:extLst>
                </a:gridCol>
                <a:gridCol w="1623099">
                  <a:extLst>
                    <a:ext uri="{9D8B030D-6E8A-4147-A177-3AD203B41FA5}">
                      <a16:colId xmlns:a16="http://schemas.microsoft.com/office/drawing/2014/main" val="2359708642"/>
                    </a:ext>
                  </a:extLst>
                </a:gridCol>
                <a:gridCol w="1556157">
                  <a:extLst>
                    <a:ext uri="{9D8B030D-6E8A-4147-A177-3AD203B41FA5}">
                      <a16:colId xmlns:a16="http://schemas.microsoft.com/office/drawing/2014/main" val="83557955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970674259"/>
                    </a:ext>
                  </a:extLst>
                </a:gridCol>
                <a:gridCol w="1565669">
                  <a:extLst>
                    <a:ext uri="{9D8B030D-6E8A-4147-A177-3AD203B41FA5}">
                      <a16:colId xmlns:a16="http://schemas.microsoft.com/office/drawing/2014/main" val="2457941480"/>
                    </a:ext>
                  </a:extLst>
                </a:gridCol>
              </a:tblGrid>
              <a:tr h="47879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rgbClr val="FF0000"/>
                          </a:solidFill>
                        </a:rPr>
                        <a:t>Minggu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Senin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Selasa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Rabu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Kamis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Jum’at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Sabtu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82164279"/>
                  </a:ext>
                </a:extLst>
              </a:tr>
              <a:tr h="103725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FE7676"/>
                          </a:solidFill>
                        </a:rPr>
                        <a:t>28</a:t>
                      </a:r>
                    </a:p>
                    <a:p>
                      <a:pPr marL="0" algn="l" defTabSz="685800" rtl="0" eaLnBrk="1" latinLnBrk="0" hangingPunct="1"/>
                      <a:endParaRPr lang="en-US" sz="1800" kern="1200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>
                    <a:solidFill>
                      <a:srgbClr val="D7E5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>
                    <a:solidFill>
                      <a:srgbClr val="D7E5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</a:rPr>
                        <a:t>Hari </a:t>
                      </a:r>
                      <a:r>
                        <a:rPr lang="en-US" sz="1100" kern="1200" dirty="0" err="1">
                          <a:solidFill>
                            <a:schemeClr val="tx1"/>
                          </a:solidFill>
                        </a:rPr>
                        <a:t>Buruh</a:t>
                      </a:r>
                      <a:endParaRPr lang="en-US" sz="11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highlight>
                            <a:srgbClr val="FFC000"/>
                          </a:highlight>
                        </a:rPr>
                        <a:t>Family Fun Day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r>
                        <a:rPr lang="en-ID" sz="1000" dirty="0" err="1"/>
                        <a:t>Peringatan</a:t>
                      </a:r>
                      <a:r>
                        <a:rPr lang="en-ID" sz="1000" dirty="0"/>
                        <a:t> </a:t>
                      </a:r>
                    </a:p>
                    <a:p>
                      <a:r>
                        <a:rPr lang="en-ID" sz="1000" dirty="0"/>
                        <a:t>Hari Pendidikan Nasional</a:t>
                      </a:r>
                    </a:p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7CE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  <a:p>
                      <a:r>
                        <a:rPr lang="en-ID" sz="1000" dirty="0" err="1"/>
                        <a:t>Peringatan</a:t>
                      </a:r>
                      <a:r>
                        <a:rPr lang="en-ID" sz="1000" dirty="0"/>
                        <a:t> </a:t>
                      </a:r>
                    </a:p>
                    <a:p>
                      <a:r>
                        <a:rPr lang="en-ID" sz="1000" dirty="0"/>
                        <a:t>Hari Pendidikan Nasional</a:t>
                      </a:r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7CE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  <a:p>
                      <a:r>
                        <a:rPr lang="en-ID" sz="1000" dirty="0" err="1"/>
                        <a:t>Peringatan</a:t>
                      </a:r>
                      <a:r>
                        <a:rPr lang="en-ID" sz="1000" dirty="0"/>
                        <a:t> </a:t>
                      </a:r>
                    </a:p>
                    <a:p>
                      <a:r>
                        <a:rPr lang="en-ID" sz="1000" dirty="0"/>
                        <a:t>Hari Pendidikan Nasional</a:t>
                      </a:r>
                    </a:p>
                    <a:p>
                      <a:pPr marL="0" algn="l" defTabSz="914400" rtl="0" eaLnBrk="1" latinLnBrk="0" hangingPunct="1"/>
                      <a:endParaRPr lang="en-US" sz="1000" kern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7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967400"/>
                  </a:ext>
                </a:extLst>
              </a:tr>
              <a:tr h="848724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6</a:t>
                      </a:r>
                    </a:p>
                    <a:p>
                      <a:r>
                        <a:rPr lang="en-ID" sz="1000" dirty="0" err="1">
                          <a:solidFill>
                            <a:schemeClr val="bg1"/>
                          </a:solidFill>
                        </a:rPr>
                        <a:t>Estimasi</a:t>
                      </a:r>
                      <a:r>
                        <a:rPr lang="en-ID" sz="1000" dirty="0">
                          <a:solidFill>
                            <a:schemeClr val="bg1"/>
                          </a:solidFill>
                        </a:rPr>
                        <a:t> US SD dan SMP</a:t>
                      </a:r>
                    </a:p>
                  </a:txBody>
                  <a:tcPr>
                    <a:solidFill>
                      <a:srgbClr val="A149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7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>
                          <a:solidFill>
                            <a:schemeClr val="bg1"/>
                          </a:solidFill>
                        </a:rPr>
                        <a:t>Estimasi</a:t>
                      </a:r>
                      <a:r>
                        <a:rPr lang="en-ID" sz="1000" dirty="0">
                          <a:solidFill>
                            <a:schemeClr val="bg1"/>
                          </a:solidFill>
                        </a:rPr>
                        <a:t> US SD dan SMP</a:t>
                      </a:r>
                    </a:p>
                    <a:p>
                      <a:endParaRPr lang="en-ID" sz="1100" dirty="0"/>
                    </a:p>
                  </a:txBody>
                  <a:tcPr>
                    <a:solidFill>
                      <a:srgbClr val="A149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8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>
                          <a:solidFill>
                            <a:schemeClr val="bg1"/>
                          </a:solidFill>
                        </a:rPr>
                        <a:t>Estimasi</a:t>
                      </a:r>
                      <a:r>
                        <a:rPr lang="en-ID" sz="1000" dirty="0">
                          <a:solidFill>
                            <a:schemeClr val="bg1"/>
                          </a:solidFill>
                        </a:rPr>
                        <a:t> US SD dan SMP</a:t>
                      </a:r>
                    </a:p>
                    <a:p>
                      <a:endParaRPr lang="en-ID" sz="1100" dirty="0"/>
                    </a:p>
                  </a:txBody>
                  <a:tcPr>
                    <a:solidFill>
                      <a:srgbClr val="A149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9</a:t>
                      </a:r>
                    </a:p>
                    <a:p>
                      <a:r>
                        <a:rPr lang="en-ID" sz="1000" dirty="0" err="1"/>
                        <a:t>Kenaikan</a:t>
                      </a:r>
                      <a:r>
                        <a:rPr lang="en-ID" sz="1000" dirty="0"/>
                        <a:t> Isa </a:t>
                      </a:r>
                      <a:r>
                        <a:rPr lang="en-ID" sz="1000" dirty="0" err="1"/>
                        <a:t>Almasih</a:t>
                      </a:r>
                      <a:endParaRPr lang="en-ID" sz="10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>
                          <a:solidFill>
                            <a:schemeClr val="bg1"/>
                          </a:solidFill>
                        </a:rPr>
                        <a:t>Estimasi</a:t>
                      </a:r>
                      <a:r>
                        <a:rPr lang="en-ID" sz="1000" dirty="0">
                          <a:solidFill>
                            <a:schemeClr val="bg1"/>
                          </a:solidFill>
                        </a:rPr>
                        <a:t> US SD dan SMP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>
                          <a:highlight>
                            <a:srgbClr val="66FFFF"/>
                          </a:highlight>
                        </a:rPr>
                        <a:t>Sosialisasi</a:t>
                      </a:r>
                      <a:r>
                        <a:rPr lang="en-ID" sz="1000" dirty="0">
                          <a:highlight>
                            <a:srgbClr val="66FFFF"/>
                          </a:highlight>
                        </a:rPr>
                        <a:t> PPDB Internal</a:t>
                      </a:r>
                    </a:p>
                  </a:txBody>
                  <a:tcPr>
                    <a:solidFill>
                      <a:srgbClr val="A149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11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>
                          <a:solidFill>
                            <a:schemeClr val="bg1"/>
                          </a:solidFill>
                        </a:rPr>
                        <a:t>Estimasi</a:t>
                      </a:r>
                      <a:r>
                        <a:rPr lang="en-ID" sz="1000" dirty="0">
                          <a:solidFill>
                            <a:schemeClr val="bg1"/>
                          </a:solidFill>
                        </a:rPr>
                        <a:t> US SD dan SMP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>
                          <a:highlight>
                            <a:srgbClr val="66FFFF"/>
                          </a:highlight>
                        </a:rPr>
                        <a:t>Sosialisasi</a:t>
                      </a:r>
                      <a:r>
                        <a:rPr lang="en-ID" sz="1000" dirty="0">
                          <a:highlight>
                            <a:srgbClr val="66FFFF"/>
                          </a:highlight>
                        </a:rPr>
                        <a:t> PPDB Internal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A149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8031225"/>
                  </a:ext>
                </a:extLst>
              </a:tr>
              <a:tr h="685031"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>
                          <a:solidFill>
                            <a:schemeClr val="bg1"/>
                          </a:solidFill>
                        </a:rPr>
                        <a:t>Estimasi</a:t>
                      </a:r>
                      <a:r>
                        <a:rPr lang="en-ID" sz="1000" dirty="0">
                          <a:solidFill>
                            <a:schemeClr val="bg1"/>
                          </a:solidFill>
                        </a:rPr>
                        <a:t> US SD dan SMP</a:t>
                      </a:r>
                      <a:endParaRPr lang="en-ID" sz="1000" dirty="0">
                        <a:highlight>
                          <a:srgbClr val="FFFF00"/>
                        </a:highlight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Penilaian</a:t>
                      </a:r>
                      <a:r>
                        <a:rPr lang="en-ID" sz="1000" dirty="0">
                          <a:highlight>
                            <a:srgbClr val="FFFF00"/>
                          </a:highlight>
                        </a:rPr>
                        <a:t> My Goals </a:t>
                      </a: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Karyawan</a:t>
                      </a:r>
                      <a:r>
                        <a:rPr lang="en-ID" sz="10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Sekolah</a:t>
                      </a:r>
                      <a:endParaRPr lang="en-ID" sz="1000" dirty="0">
                        <a:highlight>
                          <a:srgbClr val="FFFF00"/>
                        </a:highlight>
                      </a:endParaRPr>
                    </a:p>
                    <a:p>
                      <a:r>
                        <a:rPr lang="en-US" sz="1000" dirty="0">
                          <a:solidFill>
                            <a:schemeClr val="tx1"/>
                          </a:solidFill>
                          <a:highlight>
                            <a:srgbClr val="66FFFF"/>
                          </a:highlight>
                        </a:rPr>
                        <a:t>PPDB Internal</a:t>
                      </a:r>
                    </a:p>
                  </a:txBody>
                  <a:tcPr>
                    <a:solidFill>
                      <a:srgbClr val="A149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>
                          <a:solidFill>
                            <a:schemeClr val="bg1"/>
                          </a:solidFill>
                        </a:rPr>
                        <a:t>Estimasi</a:t>
                      </a:r>
                      <a:r>
                        <a:rPr lang="en-ID" sz="1000" dirty="0">
                          <a:solidFill>
                            <a:schemeClr val="bg1"/>
                          </a:solidFill>
                        </a:rPr>
                        <a:t> US SD dan SMP</a:t>
                      </a:r>
                      <a:endParaRPr lang="en-ID" sz="1000" dirty="0">
                        <a:highlight>
                          <a:srgbClr val="FFFF00"/>
                        </a:highlight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Penilaian</a:t>
                      </a:r>
                      <a:r>
                        <a:rPr lang="en-ID" sz="1000" dirty="0">
                          <a:highlight>
                            <a:srgbClr val="FFFF00"/>
                          </a:highlight>
                        </a:rPr>
                        <a:t> My Goals </a:t>
                      </a: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Karyawan</a:t>
                      </a:r>
                      <a:r>
                        <a:rPr lang="en-ID" sz="10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Sekolah</a:t>
                      </a:r>
                      <a:endParaRPr lang="en-US" sz="1000" dirty="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highlight>
                            <a:srgbClr val="66FFFF"/>
                          </a:highlight>
                        </a:rPr>
                        <a:t>PPDB Internal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chemeClr val="tx1"/>
                        </a:solidFill>
                        <a:highlight>
                          <a:srgbClr val="BCFAFC"/>
                        </a:highlight>
                      </a:endParaRPr>
                    </a:p>
                  </a:txBody>
                  <a:tcPr>
                    <a:solidFill>
                      <a:srgbClr val="A149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>
                          <a:solidFill>
                            <a:schemeClr val="bg1"/>
                          </a:solidFill>
                        </a:rPr>
                        <a:t>Estimasi</a:t>
                      </a:r>
                      <a:r>
                        <a:rPr lang="en-ID" sz="1000" dirty="0">
                          <a:solidFill>
                            <a:schemeClr val="bg1"/>
                          </a:solidFill>
                        </a:rPr>
                        <a:t> US SD dan SMP</a:t>
                      </a:r>
                      <a:endParaRPr lang="en-US" sz="1000" dirty="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Penilaian</a:t>
                      </a:r>
                      <a:r>
                        <a:rPr lang="en-ID" sz="1000" dirty="0">
                          <a:highlight>
                            <a:srgbClr val="FFFF00"/>
                          </a:highlight>
                        </a:rPr>
                        <a:t> My Goals </a:t>
                      </a: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Karyawan</a:t>
                      </a:r>
                      <a:r>
                        <a:rPr lang="en-ID" sz="10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Sekolah</a:t>
                      </a:r>
                      <a:endParaRPr lang="en-US" sz="1000" dirty="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highlight>
                            <a:srgbClr val="66FFFF"/>
                          </a:highlight>
                        </a:rPr>
                        <a:t>PPDB Internal</a:t>
                      </a:r>
                    </a:p>
                  </a:txBody>
                  <a:tcPr>
                    <a:solidFill>
                      <a:srgbClr val="A149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 err="1">
                          <a:solidFill>
                            <a:schemeClr val="bg1"/>
                          </a:solidFill>
                        </a:rPr>
                        <a:t>Estimasi</a:t>
                      </a:r>
                      <a:r>
                        <a:rPr lang="en-ID" sz="1100" dirty="0">
                          <a:solidFill>
                            <a:schemeClr val="bg1"/>
                          </a:solidFill>
                        </a:rPr>
                        <a:t> US SD dan SMP</a:t>
                      </a:r>
                      <a:endParaRPr lang="en-ID" sz="1100" dirty="0">
                        <a:highlight>
                          <a:srgbClr val="FFFF00"/>
                        </a:highlight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Penilaian</a:t>
                      </a:r>
                      <a:r>
                        <a:rPr lang="en-ID" sz="1000" dirty="0">
                          <a:highlight>
                            <a:srgbClr val="FFFF00"/>
                          </a:highlight>
                        </a:rPr>
                        <a:t> My Goals </a:t>
                      </a: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Karyawan</a:t>
                      </a:r>
                      <a:r>
                        <a:rPr lang="en-ID" sz="10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Sekolah</a:t>
                      </a:r>
                      <a:endParaRPr lang="en-US" sz="1000" dirty="0">
                        <a:highlight>
                          <a:srgbClr val="FFFF00"/>
                        </a:highlight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highlight>
                            <a:srgbClr val="66FFFF"/>
                          </a:highlight>
                        </a:rPr>
                        <a:t>PPDB Internal</a:t>
                      </a:r>
                    </a:p>
                    <a:p>
                      <a:endParaRPr lang="en-US" sz="1100" dirty="0"/>
                    </a:p>
                  </a:txBody>
                  <a:tcPr>
                    <a:solidFill>
                      <a:srgbClr val="A149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>
                          <a:solidFill>
                            <a:schemeClr val="bg1"/>
                          </a:solidFill>
                        </a:rPr>
                        <a:t>Estimasi</a:t>
                      </a:r>
                      <a:r>
                        <a:rPr lang="en-ID" sz="1000" dirty="0">
                          <a:solidFill>
                            <a:schemeClr val="bg1"/>
                          </a:solidFill>
                        </a:rPr>
                        <a:t> US SD dan SMP</a:t>
                      </a:r>
                      <a:endParaRPr lang="en-ID" sz="1000" dirty="0">
                        <a:highlight>
                          <a:srgbClr val="FFFF00"/>
                        </a:highlight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Penilaian</a:t>
                      </a:r>
                      <a:r>
                        <a:rPr lang="en-ID" sz="1000" dirty="0">
                          <a:highlight>
                            <a:srgbClr val="FFFF00"/>
                          </a:highlight>
                        </a:rPr>
                        <a:t> My Goals </a:t>
                      </a: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Karyawan</a:t>
                      </a:r>
                      <a:r>
                        <a:rPr lang="en-ID" sz="10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Sekolah</a:t>
                      </a:r>
                      <a:endParaRPr lang="en-ID" sz="1000" dirty="0">
                        <a:highlight>
                          <a:srgbClr val="FFFF00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highlight>
                            <a:srgbClr val="66FFFF"/>
                          </a:highlight>
                        </a:rPr>
                        <a:t>PPDB Internal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/>
                    </a:p>
                  </a:txBody>
                  <a:tcPr>
                    <a:solidFill>
                      <a:srgbClr val="A149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dirty="0"/>
                        <a:t>18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>
                          <a:solidFill>
                            <a:schemeClr val="bg1"/>
                          </a:solidFill>
                        </a:rPr>
                        <a:t>Estimasi</a:t>
                      </a:r>
                      <a:r>
                        <a:rPr lang="en-ID" sz="1000" dirty="0">
                          <a:solidFill>
                            <a:schemeClr val="bg1"/>
                          </a:solidFill>
                        </a:rPr>
                        <a:t> US SD dan SMP</a:t>
                      </a:r>
                      <a:endParaRPr lang="en-ID" sz="1000" dirty="0">
                        <a:highlight>
                          <a:srgbClr val="FFFF00"/>
                        </a:highlight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Penilaian</a:t>
                      </a:r>
                      <a:r>
                        <a:rPr lang="en-ID" sz="1000" dirty="0">
                          <a:highlight>
                            <a:srgbClr val="FFFF00"/>
                          </a:highlight>
                        </a:rPr>
                        <a:t> My Goals </a:t>
                      </a: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Karyawan</a:t>
                      </a:r>
                      <a:r>
                        <a:rPr lang="en-ID" sz="10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Sekolah</a:t>
                      </a:r>
                      <a:endParaRPr lang="en-ID" sz="1000" dirty="0">
                        <a:highlight>
                          <a:srgbClr val="FFFF00"/>
                        </a:highlight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highlight>
                            <a:srgbClr val="66FFFF"/>
                          </a:highlight>
                        </a:rPr>
                        <a:t>PPDB Internal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chemeClr val="tx1"/>
                        </a:solidFill>
                        <a:highlight>
                          <a:srgbClr val="BCFAFC"/>
                        </a:highlight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A149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64702"/>
                  </a:ext>
                </a:extLst>
              </a:tr>
              <a:tr h="1191005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</a:t>
                      </a:r>
                    </a:p>
                    <a:p>
                      <a:r>
                        <a:rPr lang="en-US" sz="1000" dirty="0" err="1"/>
                        <a:t>Pelepasan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Peserta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Didik</a:t>
                      </a:r>
                      <a:r>
                        <a:rPr lang="en-US" sz="1000" dirty="0"/>
                        <a:t> 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Penilaian</a:t>
                      </a:r>
                      <a:r>
                        <a:rPr lang="en-ID" sz="1000" dirty="0">
                          <a:highlight>
                            <a:srgbClr val="FFFF00"/>
                          </a:highlight>
                        </a:rPr>
                        <a:t> My Goals </a:t>
                      </a: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Karyawan</a:t>
                      </a:r>
                      <a:r>
                        <a:rPr lang="en-ID" sz="10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Sekolah</a:t>
                      </a:r>
                      <a:endParaRPr lang="en-ID" sz="1000" dirty="0">
                        <a:highlight>
                          <a:srgbClr val="FFFF00"/>
                        </a:highlight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highlight>
                            <a:srgbClr val="66FFFF"/>
                          </a:highlight>
                        </a:rPr>
                        <a:t>PPDB Internal</a:t>
                      </a:r>
                    </a:p>
                  </a:txBody>
                  <a:tcPr>
                    <a:gradFill>
                      <a:gsLst>
                        <a:gs pos="0">
                          <a:schemeClr val="bg1"/>
                        </a:gs>
                        <a:gs pos="75000">
                          <a:srgbClr val="CE85DF"/>
                        </a:gs>
                        <a:gs pos="100000">
                          <a:srgbClr val="A149D7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21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Pelepasan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Peserta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Didik</a:t>
                      </a:r>
                      <a:r>
                        <a:rPr lang="en-US" sz="1000" dirty="0"/>
                        <a:t> 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Penilaian</a:t>
                      </a:r>
                      <a:r>
                        <a:rPr lang="en-ID" sz="1000" dirty="0">
                          <a:highlight>
                            <a:srgbClr val="FFFF00"/>
                          </a:highlight>
                        </a:rPr>
                        <a:t> My Goals </a:t>
                      </a: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Karyawan</a:t>
                      </a:r>
                      <a:r>
                        <a:rPr lang="en-ID" sz="10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Sekolah</a:t>
                      </a:r>
                      <a:endParaRPr lang="en-ID" sz="1000" dirty="0">
                        <a:highlight>
                          <a:srgbClr val="FFFF00"/>
                        </a:highlight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highlight>
                            <a:srgbClr val="66FFFF"/>
                          </a:highlight>
                        </a:rPr>
                        <a:t>PPDB Internal</a:t>
                      </a:r>
                    </a:p>
                  </a:txBody>
                  <a:tcPr>
                    <a:gradFill>
                      <a:gsLst>
                        <a:gs pos="0">
                          <a:schemeClr val="bg1"/>
                        </a:gs>
                        <a:gs pos="75000">
                          <a:srgbClr val="CE85DF"/>
                        </a:gs>
                        <a:gs pos="100000">
                          <a:srgbClr val="A149D7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22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Pelepasan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Peserta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Didik</a:t>
                      </a:r>
                      <a:r>
                        <a:rPr lang="en-US" sz="1000" dirty="0"/>
                        <a:t> 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Penilaian</a:t>
                      </a:r>
                      <a:r>
                        <a:rPr lang="en-ID" sz="1000" dirty="0">
                          <a:highlight>
                            <a:srgbClr val="FFFF00"/>
                          </a:highlight>
                        </a:rPr>
                        <a:t> My Goals </a:t>
                      </a: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Karyawan</a:t>
                      </a:r>
                      <a:r>
                        <a:rPr lang="en-ID" sz="10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Sekolah</a:t>
                      </a:r>
                      <a:endParaRPr lang="en-ID" sz="1000" dirty="0">
                        <a:highlight>
                          <a:srgbClr val="FFFF00"/>
                        </a:highlight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highlight>
                            <a:srgbClr val="66FFFF"/>
                          </a:highlight>
                        </a:rPr>
                        <a:t>PPDB Internal</a:t>
                      </a:r>
                    </a:p>
                    <a:p>
                      <a:pPr marL="0" algn="l" defTabSz="914400" rtl="0" eaLnBrk="1" latinLnBrk="0" hangingPunct="1"/>
                      <a:endParaRPr lang="en-US" sz="1000" kern="1200" dirty="0">
                        <a:solidFill>
                          <a:schemeClr val="dk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bg1"/>
                        </a:gs>
                        <a:gs pos="75000">
                          <a:srgbClr val="CE85DF"/>
                        </a:gs>
                        <a:gs pos="100000">
                          <a:srgbClr val="A149D7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23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dk1"/>
                          </a:solidFill>
                        </a:rPr>
                        <a:t>Hari Raya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</a:rPr>
                        <a:t>Waisak</a:t>
                      </a:r>
                      <a:endParaRPr lang="en-US" sz="1000" kern="1200" dirty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24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Pelepasan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Peserta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Didik</a:t>
                      </a:r>
                      <a:r>
                        <a:rPr lang="en-US" sz="1000" dirty="0"/>
                        <a:t> 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Penilaian</a:t>
                      </a:r>
                      <a:r>
                        <a:rPr lang="en-ID" sz="1000" dirty="0">
                          <a:highlight>
                            <a:srgbClr val="FFFF00"/>
                          </a:highlight>
                        </a:rPr>
                        <a:t> My Goals </a:t>
                      </a: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Karyawan</a:t>
                      </a:r>
                      <a:r>
                        <a:rPr lang="en-ID" sz="10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ID" sz="1000" dirty="0" err="1">
                          <a:highlight>
                            <a:srgbClr val="FFFF00"/>
                          </a:highlight>
                        </a:rPr>
                        <a:t>Sekolah</a:t>
                      </a:r>
                      <a:endParaRPr lang="en-ID" sz="1000" dirty="0">
                        <a:highlight>
                          <a:srgbClr val="FFFF00"/>
                        </a:highlight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highlight>
                            <a:srgbClr val="66FFFF"/>
                          </a:highlight>
                        </a:rPr>
                        <a:t>PPDB Internal</a:t>
                      </a:r>
                    </a:p>
                    <a:p>
                      <a:endParaRPr lang="en-US" sz="1100" dirty="0"/>
                    </a:p>
                  </a:txBody>
                  <a:tcPr>
                    <a:gradFill>
                      <a:gsLst>
                        <a:gs pos="0">
                          <a:schemeClr val="bg1"/>
                        </a:gs>
                        <a:gs pos="75000">
                          <a:srgbClr val="CE85DF"/>
                        </a:gs>
                        <a:gs pos="100000">
                          <a:srgbClr val="A149D7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Pelepasan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Peserta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Didik</a:t>
                      </a:r>
                      <a:r>
                        <a:rPr lang="en-US" sz="1000" dirty="0"/>
                        <a:t> 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900" dirty="0" err="1">
                          <a:highlight>
                            <a:srgbClr val="FFFF00"/>
                          </a:highlight>
                        </a:rPr>
                        <a:t>Penilaian</a:t>
                      </a:r>
                      <a:r>
                        <a:rPr lang="en-ID" sz="900" dirty="0">
                          <a:highlight>
                            <a:srgbClr val="FFFF00"/>
                          </a:highlight>
                        </a:rPr>
                        <a:t> My Goals </a:t>
                      </a:r>
                      <a:r>
                        <a:rPr lang="en-ID" sz="900" dirty="0" err="1">
                          <a:highlight>
                            <a:srgbClr val="FFFF00"/>
                          </a:highlight>
                        </a:rPr>
                        <a:t>Karyawan</a:t>
                      </a:r>
                      <a:r>
                        <a:rPr lang="en-ID" sz="9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ID" sz="900" dirty="0" err="1">
                          <a:highlight>
                            <a:srgbClr val="FFFF00"/>
                          </a:highlight>
                        </a:rPr>
                        <a:t>Sekolah</a:t>
                      </a:r>
                      <a:endParaRPr lang="en-ID" sz="900" dirty="0">
                        <a:highlight>
                          <a:srgbClr val="FFFF00"/>
                        </a:highlight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900" dirty="0" err="1">
                          <a:highlight>
                            <a:srgbClr val="FE4848"/>
                          </a:highlight>
                        </a:rPr>
                        <a:t>Pengumpulan</a:t>
                      </a:r>
                      <a:r>
                        <a:rPr lang="en-ID" sz="90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ID" sz="900" dirty="0" err="1">
                          <a:highlight>
                            <a:srgbClr val="FE4848"/>
                          </a:highlight>
                        </a:rPr>
                        <a:t>penilaian</a:t>
                      </a:r>
                      <a:r>
                        <a:rPr lang="en-ID" sz="900" dirty="0">
                          <a:highlight>
                            <a:srgbClr val="FE4848"/>
                          </a:highlight>
                        </a:rPr>
                        <a:t> </a:t>
                      </a:r>
                      <a:r>
                        <a:rPr lang="en-ID" sz="900" dirty="0" err="1">
                          <a:highlight>
                            <a:srgbClr val="FE4848"/>
                          </a:highlight>
                        </a:rPr>
                        <a:t>Karyawan</a:t>
                      </a:r>
                      <a:r>
                        <a:rPr lang="en-ID" sz="900" dirty="0">
                          <a:highlight>
                            <a:srgbClr val="FE4848"/>
                          </a:highlight>
                        </a:rPr>
                        <a:t> </a:t>
                      </a:r>
                      <a:r>
                        <a:rPr lang="en-ID" sz="900" dirty="0" err="1">
                          <a:highlight>
                            <a:srgbClr val="FE4848"/>
                          </a:highlight>
                        </a:rPr>
                        <a:t>Sekolah</a:t>
                      </a:r>
                      <a:endParaRPr lang="en-ID" sz="900" dirty="0">
                        <a:highlight>
                          <a:srgbClr val="FE4848"/>
                        </a:highlight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highlight>
                            <a:srgbClr val="66FFFF"/>
                          </a:highlight>
                        </a:rPr>
                        <a:t>PPDB Internal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gradFill>
                      <a:gsLst>
                        <a:gs pos="0">
                          <a:schemeClr val="bg1"/>
                        </a:gs>
                        <a:gs pos="75000">
                          <a:srgbClr val="CE85DF"/>
                        </a:gs>
                        <a:gs pos="100000">
                          <a:srgbClr val="A149D7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975766268"/>
                  </a:ext>
                </a:extLst>
              </a:tr>
              <a:tr h="875344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27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/>
                        <a:t>Pelepasan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Peserta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Didik</a:t>
                      </a:r>
                      <a:endParaRPr lang="en-ID" sz="1000" dirty="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>
                          <a:highlight>
                            <a:srgbClr val="B1DFD5"/>
                          </a:highlight>
                        </a:rPr>
                        <a:t>Penilaian</a:t>
                      </a:r>
                      <a:r>
                        <a:rPr lang="en-ID" sz="1000" dirty="0">
                          <a:highlight>
                            <a:srgbClr val="B1DFD5"/>
                          </a:highlight>
                        </a:rPr>
                        <a:t> My Goals Ka. </a:t>
                      </a:r>
                      <a:r>
                        <a:rPr lang="en-ID" sz="1000" dirty="0" err="1">
                          <a:highlight>
                            <a:srgbClr val="B1DFD5"/>
                          </a:highlight>
                        </a:rPr>
                        <a:t>Sekolah</a:t>
                      </a:r>
                      <a:endParaRPr lang="en-ID" sz="1000" dirty="0">
                        <a:highlight>
                          <a:srgbClr val="B1DFD5"/>
                        </a:highlight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highlight>
                            <a:srgbClr val="66FFFF"/>
                          </a:highlight>
                        </a:rPr>
                        <a:t>PPDB Internal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1"/>
                        </a:gs>
                        <a:gs pos="75000">
                          <a:srgbClr val="CE85DF"/>
                        </a:gs>
                        <a:gs pos="100000">
                          <a:srgbClr val="A149D7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/>
                        <a:t>Pelepasan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Peserta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Didik</a:t>
                      </a:r>
                      <a:endParaRPr lang="en-ID" sz="1000" dirty="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>
                          <a:highlight>
                            <a:srgbClr val="B1DFD5"/>
                          </a:highlight>
                        </a:rPr>
                        <a:t>Penilaian</a:t>
                      </a:r>
                      <a:r>
                        <a:rPr lang="en-ID" sz="1000" dirty="0">
                          <a:highlight>
                            <a:srgbClr val="B1DFD5"/>
                          </a:highlight>
                        </a:rPr>
                        <a:t> My Goals Ka. </a:t>
                      </a:r>
                      <a:r>
                        <a:rPr lang="en-ID" sz="1000" dirty="0" err="1">
                          <a:highlight>
                            <a:srgbClr val="B1DFD5"/>
                          </a:highlight>
                        </a:rPr>
                        <a:t>Sekolah</a:t>
                      </a:r>
                      <a:endParaRPr lang="en-ID" sz="1000" dirty="0">
                        <a:highlight>
                          <a:srgbClr val="B1DFD5"/>
                        </a:highlight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highlight>
                            <a:srgbClr val="66FFFF"/>
                          </a:highlight>
                        </a:rPr>
                        <a:t>PPDB Internal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bg1"/>
                        </a:gs>
                        <a:gs pos="75000">
                          <a:srgbClr val="CE85DF"/>
                        </a:gs>
                        <a:gs pos="100000">
                          <a:srgbClr val="A149D7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29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>
                          <a:highlight>
                            <a:srgbClr val="B1DFD5"/>
                          </a:highlight>
                        </a:rPr>
                        <a:t>Penilaian</a:t>
                      </a:r>
                      <a:r>
                        <a:rPr lang="en-ID" sz="1000" dirty="0">
                          <a:highlight>
                            <a:srgbClr val="B1DFD5"/>
                          </a:highlight>
                        </a:rPr>
                        <a:t> My Goals Ka. </a:t>
                      </a:r>
                      <a:r>
                        <a:rPr lang="en-ID" sz="1000" dirty="0" err="1">
                          <a:highlight>
                            <a:srgbClr val="B1DFD5"/>
                          </a:highlight>
                        </a:rPr>
                        <a:t>Sekolah</a:t>
                      </a:r>
                      <a:endParaRPr lang="en-ID" sz="1000" dirty="0">
                        <a:highlight>
                          <a:srgbClr val="B1DFD5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highlight>
                            <a:srgbClr val="66FFFF"/>
                          </a:highlight>
                        </a:rPr>
                        <a:t>PPDB Internal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>
                          <a:highlight>
                            <a:srgbClr val="B1DFD5"/>
                          </a:highlight>
                        </a:rPr>
                        <a:t>Penilaian</a:t>
                      </a:r>
                      <a:r>
                        <a:rPr lang="en-ID" sz="1000" dirty="0">
                          <a:highlight>
                            <a:srgbClr val="B1DFD5"/>
                          </a:highlight>
                        </a:rPr>
                        <a:t> My Goals Ka. </a:t>
                      </a:r>
                      <a:r>
                        <a:rPr lang="en-ID" sz="1000" dirty="0" err="1">
                          <a:highlight>
                            <a:srgbClr val="B1DFD5"/>
                          </a:highlight>
                        </a:rPr>
                        <a:t>Sekolah</a:t>
                      </a:r>
                      <a:endParaRPr lang="en-ID" sz="1000" dirty="0">
                        <a:highlight>
                          <a:srgbClr val="B1DFD5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highlight>
                            <a:srgbClr val="66FFFF"/>
                          </a:highlight>
                        </a:rPr>
                        <a:t>PPDB Internal</a:t>
                      </a:r>
                    </a:p>
                    <a:p>
                      <a:pPr marL="0" algn="l" defTabSz="685800" rtl="0" eaLnBrk="1" latinLnBrk="0" hangingPunct="1"/>
                      <a:endParaRPr lang="en-US" sz="10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  <a:endParaRPr lang="en-US" sz="18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>
                          <a:highlight>
                            <a:srgbClr val="B1DFD5"/>
                          </a:highlight>
                        </a:rPr>
                        <a:t>Penilaian</a:t>
                      </a:r>
                      <a:r>
                        <a:rPr lang="en-ID" sz="1000" dirty="0">
                          <a:highlight>
                            <a:srgbClr val="B1DFD5"/>
                          </a:highlight>
                        </a:rPr>
                        <a:t> My Goals Ka. </a:t>
                      </a:r>
                      <a:r>
                        <a:rPr lang="en-ID" sz="1000" dirty="0" err="1">
                          <a:highlight>
                            <a:srgbClr val="B1DFD5"/>
                          </a:highlight>
                        </a:rPr>
                        <a:t>Sekolah</a:t>
                      </a:r>
                      <a:endParaRPr lang="en-ID" sz="1000" dirty="0">
                        <a:highlight>
                          <a:srgbClr val="B1DFD5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highlight>
                            <a:srgbClr val="66FFFF"/>
                          </a:highlight>
                        </a:rPr>
                        <a:t>PPDB Internal</a:t>
                      </a:r>
                    </a:p>
                    <a:p>
                      <a:pPr marL="0" algn="l" defTabSz="914400" rtl="0" eaLnBrk="1" latinLnBrk="0" hangingPunct="1"/>
                      <a:endParaRPr lang="en-US" sz="1000" kern="1200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450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858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 lang="en-US" smtClean="0"/>
              <a:t>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Kalender</a:t>
            </a:r>
            <a:r>
              <a:rPr lang="en-US" dirty="0"/>
              <a:t> Pendidikan YHMDC </a:t>
            </a:r>
            <a:r>
              <a:rPr lang="en-US" dirty="0" err="1"/>
              <a:t>Tahun</a:t>
            </a:r>
            <a:r>
              <a:rPr lang="en-US" dirty="0"/>
              <a:t> Pelajaran 2023/2024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26D351F-E9FD-1304-CE31-F88395128801}"/>
              </a:ext>
            </a:extLst>
          </p:cNvPr>
          <p:cNvSpPr txBox="1">
            <a:spLocks/>
          </p:cNvSpPr>
          <p:nvPr/>
        </p:nvSpPr>
        <p:spPr>
          <a:xfrm>
            <a:off x="2346960" y="44624"/>
            <a:ext cx="7520940" cy="548640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b="1" dirty="0" err="1"/>
              <a:t>Juni</a:t>
            </a:r>
            <a:r>
              <a:rPr lang="en-ID" b="1" dirty="0"/>
              <a:t> 2024</a:t>
            </a:r>
            <a:endParaRPr lang="en-US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0056C00-951F-D1A4-976D-06B69DDDDF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765156"/>
              </p:ext>
            </p:extLst>
          </p:nvPr>
        </p:nvGraphicFramePr>
        <p:xfrm>
          <a:off x="599089" y="572056"/>
          <a:ext cx="10993822" cy="596537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70546">
                  <a:extLst>
                    <a:ext uri="{9D8B030D-6E8A-4147-A177-3AD203B41FA5}">
                      <a16:colId xmlns:a16="http://schemas.microsoft.com/office/drawing/2014/main" val="3208766093"/>
                    </a:ext>
                  </a:extLst>
                </a:gridCol>
                <a:gridCol w="1570546">
                  <a:extLst>
                    <a:ext uri="{9D8B030D-6E8A-4147-A177-3AD203B41FA5}">
                      <a16:colId xmlns:a16="http://schemas.microsoft.com/office/drawing/2014/main" val="4046973630"/>
                    </a:ext>
                  </a:extLst>
                </a:gridCol>
                <a:gridCol w="1570546">
                  <a:extLst>
                    <a:ext uri="{9D8B030D-6E8A-4147-A177-3AD203B41FA5}">
                      <a16:colId xmlns:a16="http://schemas.microsoft.com/office/drawing/2014/main" val="2683676925"/>
                    </a:ext>
                  </a:extLst>
                </a:gridCol>
                <a:gridCol w="1570546">
                  <a:extLst>
                    <a:ext uri="{9D8B030D-6E8A-4147-A177-3AD203B41FA5}">
                      <a16:colId xmlns:a16="http://schemas.microsoft.com/office/drawing/2014/main" val="2359708642"/>
                    </a:ext>
                  </a:extLst>
                </a:gridCol>
                <a:gridCol w="1570546">
                  <a:extLst>
                    <a:ext uri="{9D8B030D-6E8A-4147-A177-3AD203B41FA5}">
                      <a16:colId xmlns:a16="http://schemas.microsoft.com/office/drawing/2014/main" val="835579556"/>
                    </a:ext>
                  </a:extLst>
                </a:gridCol>
                <a:gridCol w="1570546">
                  <a:extLst>
                    <a:ext uri="{9D8B030D-6E8A-4147-A177-3AD203B41FA5}">
                      <a16:colId xmlns:a16="http://schemas.microsoft.com/office/drawing/2014/main" val="1970674259"/>
                    </a:ext>
                  </a:extLst>
                </a:gridCol>
                <a:gridCol w="1570546">
                  <a:extLst>
                    <a:ext uri="{9D8B030D-6E8A-4147-A177-3AD203B41FA5}">
                      <a16:colId xmlns:a16="http://schemas.microsoft.com/office/drawing/2014/main" val="2457941480"/>
                    </a:ext>
                  </a:extLst>
                </a:gridCol>
              </a:tblGrid>
              <a:tr h="43133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rgbClr val="FF0000"/>
                          </a:solidFill>
                        </a:rPr>
                        <a:t>Minggu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Senin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Selasa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Rabu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Kamis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Jum’at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Sabtu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164279"/>
                  </a:ext>
                </a:extLst>
              </a:tr>
              <a:tr h="771212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FE7676"/>
                          </a:solidFill>
                        </a:rPr>
                        <a:t>26</a:t>
                      </a:r>
                    </a:p>
                    <a:p>
                      <a:pPr marL="0" algn="l" defTabSz="685800" rtl="0" eaLnBrk="1" latinLnBrk="0" hangingPunct="1"/>
                      <a:endParaRPr lang="en-US" sz="1800" kern="1200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D" sz="1100" dirty="0"/>
                    </a:p>
                  </a:txBody>
                  <a:tcPr>
                    <a:solidFill>
                      <a:srgbClr val="D7E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  <a:endParaRPr lang="en-US" sz="1800" kern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7E5F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Hari Lahir Pancasila</a:t>
                      </a:r>
                      <a:endParaRPr lang="en-ID" sz="11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967400"/>
                  </a:ext>
                </a:extLst>
              </a:tr>
              <a:tr h="105075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  <a:p>
                      <a:endParaRPr 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EC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3</a:t>
                      </a:r>
                    </a:p>
                    <a:p>
                      <a:r>
                        <a:rPr lang="en-US" sz="1100" dirty="0" err="1"/>
                        <a:t>Penilaian</a:t>
                      </a:r>
                      <a:r>
                        <a:rPr lang="en-US" sz="1100" dirty="0"/>
                        <a:t> Akhir </a:t>
                      </a:r>
                      <a:r>
                        <a:rPr lang="en-US" sz="1100" dirty="0" err="1"/>
                        <a:t>Tahun</a:t>
                      </a:r>
                      <a:endParaRPr lang="en-US" sz="11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Penilaian</a:t>
                      </a:r>
                      <a:r>
                        <a:rPr lang="en-ID" sz="1100" dirty="0">
                          <a:highlight>
                            <a:srgbClr val="99C3C7"/>
                          </a:highlight>
                        </a:rPr>
                        <a:t> My Goals </a:t>
                      </a: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Kepala</a:t>
                      </a:r>
                      <a:r>
                        <a:rPr lang="en-ID" sz="1100" dirty="0">
                          <a:highlight>
                            <a:srgbClr val="99C3C7"/>
                          </a:highlight>
                        </a:rPr>
                        <a:t> </a:t>
                      </a: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Sekolah</a:t>
                      </a:r>
                      <a:endParaRPr lang="en-ID" sz="1100" dirty="0">
                        <a:highlight>
                          <a:srgbClr val="99C3C7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 err="1">
                          <a:highlight>
                            <a:srgbClr val="FE4848"/>
                          </a:highlight>
                        </a:rPr>
                        <a:t>Sosialisasi</a:t>
                      </a:r>
                      <a:r>
                        <a:rPr lang="en-ID" sz="1100" dirty="0">
                          <a:highlight>
                            <a:srgbClr val="FE4848"/>
                          </a:highlight>
                        </a:rPr>
                        <a:t> PPDB </a:t>
                      </a:r>
                      <a:r>
                        <a:rPr lang="en-ID" sz="1100" dirty="0" err="1">
                          <a:highlight>
                            <a:srgbClr val="FE4848"/>
                          </a:highlight>
                        </a:rPr>
                        <a:t>Eksternal</a:t>
                      </a:r>
                      <a:endParaRPr lang="en-ID" sz="1100" dirty="0">
                        <a:highlight>
                          <a:srgbClr val="FE4848"/>
                        </a:highlight>
                      </a:endParaRPr>
                    </a:p>
                  </a:txBody>
                  <a:tcPr>
                    <a:solidFill>
                      <a:srgbClr val="C5F6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4</a:t>
                      </a:r>
                    </a:p>
                    <a:p>
                      <a:r>
                        <a:rPr lang="en-US" sz="1100" dirty="0" err="1"/>
                        <a:t>Penilaian</a:t>
                      </a:r>
                      <a:r>
                        <a:rPr lang="en-US" sz="1100" dirty="0"/>
                        <a:t> Akhir </a:t>
                      </a:r>
                      <a:r>
                        <a:rPr lang="en-US" sz="1100" dirty="0" err="1"/>
                        <a:t>Tahun</a:t>
                      </a:r>
                      <a:endParaRPr lang="en-US" sz="11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Penilaian</a:t>
                      </a:r>
                      <a:r>
                        <a:rPr lang="en-ID" sz="1100" dirty="0">
                          <a:highlight>
                            <a:srgbClr val="99C3C7"/>
                          </a:highlight>
                        </a:rPr>
                        <a:t> My Goals </a:t>
                      </a: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Kepala</a:t>
                      </a:r>
                      <a:r>
                        <a:rPr lang="en-ID" sz="1100" dirty="0">
                          <a:highlight>
                            <a:srgbClr val="99C3C7"/>
                          </a:highlight>
                        </a:rPr>
                        <a:t> </a:t>
                      </a: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Sekolah</a:t>
                      </a:r>
                      <a:endParaRPr lang="en-ID" sz="1100" dirty="0">
                        <a:highlight>
                          <a:srgbClr val="99C3C7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 err="1">
                          <a:highlight>
                            <a:srgbClr val="FE4848"/>
                          </a:highlight>
                        </a:rPr>
                        <a:t>Sosialisasi</a:t>
                      </a:r>
                      <a:r>
                        <a:rPr lang="en-ID" sz="1100" dirty="0">
                          <a:highlight>
                            <a:srgbClr val="FE4848"/>
                          </a:highlight>
                        </a:rPr>
                        <a:t> PPDB </a:t>
                      </a:r>
                      <a:r>
                        <a:rPr lang="en-ID" sz="1100" dirty="0" err="1">
                          <a:highlight>
                            <a:srgbClr val="FE4848"/>
                          </a:highlight>
                        </a:rPr>
                        <a:t>Eksternal</a:t>
                      </a:r>
                      <a:endParaRPr lang="en-ID" sz="1100" dirty="0">
                        <a:highlight>
                          <a:srgbClr val="FE4848"/>
                        </a:highlight>
                      </a:endParaRPr>
                    </a:p>
                  </a:txBody>
                  <a:tcPr>
                    <a:solidFill>
                      <a:srgbClr val="C5F6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5</a:t>
                      </a:r>
                    </a:p>
                    <a:p>
                      <a:r>
                        <a:rPr lang="en-US" sz="1100" dirty="0" err="1"/>
                        <a:t>Penilaian</a:t>
                      </a:r>
                      <a:r>
                        <a:rPr lang="en-US" sz="1100" dirty="0"/>
                        <a:t> Akhir </a:t>
                      </a:r>
                      <a:r>
                        <a:rPr lang="en-US" sz="1100" dirty="0" err="1"/>
                        <a:t>Tahun</a:t>
                      </a:r>
                      <a:endParaRPr lang="en-US" sz="11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Penilaian</a:t>
                      </a:r>
                      <a:r>
                        <a:rPr lang="en-ID" sz="1100" dirty="0">
                          <a:highlight>
                            <a:srgbClr val="99C3C7"/>
                          </a:highlight>
                        </a:rPr>
                        <a:t> My Goals </a:t>
                      </a: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Kepala</a:t>
                      </a:r>
                      <a:r>
                        <a:rPr lang="en-ID" sz="1100" dirty="0">
                          <a:highlight>
                            <a:srgbClr val="99C3C7"/>
                          </a:highlight>
                        </a:rPr>
                        <a:t> </a:t>
                      </a: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Sekolah</a:t>
                      </a:r>
                      <a:endParaRPr lang="en-ID" sz="1100" dirty="0">
                        <a:highlight>
                          <a:srgbClr val="99C3C7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>
                          <a:highlight>
                            <a:srgbClr val="FE4848"/>
                          </a:highlight>
                        </a:rPr>
                        <a:t>PPDB </a:t>
                      </a:r>
                      <a:r>
                        <a:rPr lang="en-ID" sz="1100" dirty="0" err="1">
                          <a:highlight>
                            <a:srgbClr val="FE4848"/>
                          </a:highlight>
                        </a:rPr>
                        <a:t>Eksternal</a:t>
                      </a:r>
                      <a:endParaRPr lang="en-ID" sz="1100" dirty="0">
                        <a:highlight>
                          <a:srgbClr val="FE4848"/>
                        </a:highlight>
                      </a:endParaRPr>
                    </a:p>
                  </a:txBody>
                  <a:tcPr>
                    <a:solidFill>
                      <a:srgbClr val="C5F6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6</a:t>
                      </a:r>
                    </a:p>
                    <a:p>
                      <a:r>
                        <a:rPr lang="en-US" sz="1100" dirty="0" err="1"/>
                        <a:t>Penilaian</a:t>
                      </a:r>
                      <a:r>
                        <a:rPr lang="en-US" sz="1100" dirty="0"/>
                        <a:t> Akhir </a:t>
                      </a:r>
                      <a:r>
                        <a:rPr lang="en-US" sz="1100" dirty="0" err="1"/>
                        <a:t>Tahun</a:t>
                      </a:r>
                      <a:endParaRPr lang="en-US" sz="11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Penilaian</a:t>
                      </a:r>
                      <a:r>
                        <a:rPr lang="en-ID" sz="1100" dirty="0">
                          <a:highlight>
                            <a:srgbClr val="99C3C7"/>
                          </a:highlight>
                        </a:rPr>
                        <a:t> My Goals </a:t>
                      </a: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Kepala</a:t>
                      </a:r>
                      <a:r>
                        <a:rPr lang="en-ID" sz="1100" dirty="0">
                          <a:highlight>
                            <a:srgbClr val="99C3C7"/>
                          </a:highlight>
                        </a:rPr>
                        <a:t> </a:t>
                      </a: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Sekolah</a:t>
                      </a:r>
                      <a:endParaRPr lang="en-ID" sz="1100" dirty="0">
                        <a:highlight>
                          <a:srgbClr val="99C3C7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>
                          <a:highlight>
                            <a:srgbClr val="FE4848"/>
                          </a:highlight>
                        </a:rPr>
                        <a:t>PPDB </a:t>
                      </a:r>
                      <a:r>
                        <a:rPr lang="en-ID" sz="1100" dirty="0" err="1">
                          <a:highlight>
                            <a:srgbClr val="FE4848"/>
                          </a:highlight>
                        </a:rPr>
                        <a:t>Eksternal</a:t>
                      </a:r>
                      <a:endParaRPr lang="en-ID" sz="1100" dirty="0">
                        <a:highlight>
                          <a:srgbClr val="FE4848"/>
                        </a:highlight>
                      </a:endParaRPr>
                    </a:p>
                  </a:txBody>
                  <a:tcPr>
                    <a:solidFill>
                      <a:srgbClr val="C5F6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  <a:p>
                      <a:r>
                        <a:rPr lang="en-US" sz="1100" dirty="0" err="1"/>
                        <a:t>Penilaian</a:t>
                      </a:r>
                      <a:r>
                        <a:rPr lang="en-US" sz="1100" dirty="0"/>
                        <a:t> Akhir </a:t>
                      </a:r>
                      <a:r>
                        <a:rPr lang="en-US" sz="1100" dirty="0" err="1"/>
                        <a:t>Tahun</a:t>
                      </a:r>
                      <a:endParaRPr lang="en-US" sz="11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Penilaian</a:t>
                      </a:r>
                      <a:r>
                        <a:rPr lang="en-ID" sz="1100" dirty="0">
                          <a:highlight>
                            <a:srgbClr val="99C3C7"/>
                          </a:highlight>
                        </a:rPr>
                        <a:t> My Goals </a:t>
                      </a: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Kepala</a:t>
                      </a:r>
                      <a:r>
                        <a:rPr lang="en-ID" sz="1100" dirty="0">
                          <a:highlight>
                            <a:srgbClr val="99C3C7"/>
                          </a:highlight>
                        </a:rPr>
                        <a:t> </a:t>
                      </a: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Sekolah</a:t>
                      </a:r>
                      <a:endParaRPr lang="en-ID" sz="1100" dirty="0">
                        <a:highlight>
                          <a:srgbClr val="99C3C7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>
                          <a:highlight>
                            <a:srgbClr val="FE4848"/>
                          </a:highlight>
                        </a:rPr>
                        <a:t>PPDB </a:t>
                      </a:r>
                      <a:r>
                        <a:rPr lang="en-ID" sz="1100" dirty="0" err="1">
                          <a:highlight>
                            <a:srgbClr val="FE4848"/>
                          </a:highlight>
                        </a:rPr>
                        <a:t>Eksternal</a:t>
                      </a:r>
                      <a:endParaRPr lang="en-ID" sz="1100" dirty="0">
                        <a:highlight>
                          <a:srgbClr val="FE4848"/>
                        </a:highlight>
                      </a:endParaRPr>
                    </a:p>
                  </a:txBody>
                  <a:tcPr>
                    <a:solidFill>
                      <a:srgbClr val="C5F6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  <a:p>
                      <a:r>
                        <a:rPr lang="en-US" sz="1100" dirty="0" err="1"/>
                        <a:t>Penilaian</a:t>
                      </a:r>
                      <a:r>
                        <a:rPr lang="en-US" sz="1100" dirty="0"/>
                        <a:t> Akhir </a:t>
                      </a:r>
                      <a:r>
                        <a:rPr lang="en-US" sz="1100" dirty="0" err="1"/>
                        <a:t>Tahun</a:t>
                      </a:r>
                      <a:endParaRPr lang="en-US" sz="11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Penilaian</a:t>
                      </a:r>
                      <a:r>
                        <a:rPr lang="en-ID" sz="1100" dirty="0">
                          <a:highlight>
                            <a:srgbClr val="99C3C7"/>
                          </a:highlight>
                        </a:rPr>
                        <a:t> My Goals </a:t>
                      </a: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Kepala</a:t>
                      </a:r>
                      <a:r>
                        <a:rPr lang="en-ID" sz="1100" dirty="0">
                          <a:highlight>
                            <a:srgbClr val="99C3C7"/>
                          </a:highlight>
                        </a:rPr>
                        <a:t> </a:t>
                      </a: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Sekolah</a:t>
                      </a:r>
                      <a:endParaRPr lang="en-ID" sz="1100" dirty="0">
                        <a:highlight>
                          <a:srgbClr val="99C3C7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>
                          <a:highlight>
                            <a:srgbClr val="FE4848"/>
                          </a:highlight>
                        </a:rPr>
                        <a:t>PPDB </a:t>
                      </a:r>
                      <a:r>
                        <a:rPr lang="en-ID" sz="1100" dirty="0" err="1">
                          <a:highlight>
                            <a:srgbClr val="FE4848"/>
                          </a:highlight>
                        </a:rPr>
                        <a:t>Eksternal</a:t>
                      </a:r>
                      <a:endParaRPr lang="en-ID" sz="1100" dirty="0">
                        <a:highlight>
                          <a:srgbClr val="FE4848"/>
                        </a:highlight>
                      </a:endParaRPr>
                    </a:p>
                  </a:txBody>
                  <a:tcPr>
                    <a:solidFill>
                      <a:srgbClr val="C5F6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8031225"/>
                  </a:ext>
                </a:extLst>
              </a:tr>
              <a:tr h="1080617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10</a:t>
                      </a:r>
                      <a:br>
                        <a:rPr lang="en-US" dirty="0"/>
                      </a:b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Penilaian</a:t>
                      </a:r>
                      <a:r>
                        <a:rPr lang="en-ID" sz="1100" dirty="0">
                          <a:highlight>
                            <a:srgbClr val="99C3C7"/>
                          </a:highlight>
                        </a:rPr>
                        <a:t> My Goals </a:t>
                      </a: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Kepala</a:t>
                      </a:r>
                      <a:r>
                        <a:rPr lang="en-ID" sz="1100" dirty="0">
                          <a:highlight>
                            <a:srgbClr val="99C3C7"/>
                          </a:highlight>
                        </a:rPr>
                        <a:t> </a:t>
                      </a: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Sekolah</a:t>
                      </a:r>
                      <a:endParaRPr lang="en-ID" sz="1100" dirty="0">
                        <a:highlight>
                          <a:srgbClr val="99C3C7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>
                          <a:highlight>
                            <a:srgbClr val="FE4848"/>
                          </a:highlight>
                        </a:rPr>
                        <a:t>PPDB </a:t>
                      </a:r>
                      <a:r>
                        <a:rPr lang="en-ID" sz="1100" dirty="0" err="1">
                          <a:highlight>
                            <a:srgbClr val="FE4848"/>
                          </a:highlight>
                        </a:rPr>
                        <a:t>Eksternal</a:t>
                      </a:r>
                      <a:endParaRPr lang="en-ID" sz="1100" dirty="0">
                        <a:highlight>
                          <a:srgbClr val="FE4848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11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Penilaian</a:t>
                      </a:r>
                      <a:r>
                        <a:rPr lang="en-ID" sz="1100" dirty="0">
                          <a:highlight>
                            <a:srgbClr val="99C3C7"/>
                          </a:highlight>
                        </a:rPr>
                        <a:t> My Goals </a:t>
                      </a: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Kepala</a:t>
                      </a:r>
                      <a:r>
                        <a:rPr lang="en-ID" sz="1100" dirty="0">
                          <a:highlight>
                            <a:srgbClr val="99C3C7"/>
                          </a:highlight>
                        </a:rPr>
                        <a:t> </a:t>
                      </a: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Sekolah</a:t>
                      </a:r>
                      <a:endParaRPr lang="en-ID" sz="1100" dirty="0">
                        <a:highlight>
                          <a:srgbClr val="99C3C7"/>
                        </a:highlight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>
                          <a:highlight>
                            <a:srgbClr val="FE4848"/>
                          </a:highlight>
                        </a:rPr>
                        <a:t>PPDB </a:t>
                      </a:r>
                      <a:r>
                        <a:rPr lang="en-ID" sz="1100" dirty="0" err="1">
                          <a:highlight>
                            <a:srgbClr val="FE4848"/>
                          </a:highlight>
                        </a:rPr>
                        <a:t>Eksternal</a:t>
                      </a:r>
                      <a:endParaRPr lang="en-ID" sz="1100" dirty="0">
                        <a:highlight>
                          <a:srgbClr val="FE4848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Penilaian</a:t>
                      </a:r>
                      <a:r>
                        <a:rPr lang="en-ID" sz="1100" dirty="0">
                          <a:highlight>
                            <a:srgbClr val="99C3C7"/>
                          </a:highlight>
                        </a:rPr>
                        <a:t> My Goals </a:t>
                      </a: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Kepala</a:t>
                      </a:r>
                      <a:r>
                        <a:rPr lang="en-ID" sz="1100" dirty="0">
                          <a:highlight>
                            <a:srgbClr val="99C3C7"/>
                          </a:highlight>
                        </a:rPr>
                        <a:t> </a:t>
                      </a: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Sekolah</a:t>
                      </a:r>
                      <a:endParaRPr lang="en-ID" sz="1100" dirty="0">
                        <a:highlight>
                          <a:srgbClr val="99C3C7"/>
                        </a:highlight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>
                          <a:highlight>
                            <a:srgbClr val="FE4848"/>
                          </a:highlight>
                        </a:rPr>
                        <a:t>PPDB </a:t>
                      </a:r>
                      <a:r>
                        <a:rPr lang="en-ID" sz="1100" dirty="0" err="1">
                          <a:highlight>
                            <a:srgbClr val="FE4848"/>
                          </a:highlight>
                        </a:rPr>
                        <a:t>Eksternal</a:t>
                      </a:r>
                      <a:endParaRPr lang="en-ID" sz="1100" dirty="0">
                        <a:highlight>
                          <a:srgbClr val="FE4848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Penilaian</a:t>
                      </a:r>
                      <a:r>
                        <a:rPr lang="en-ID" sz="1100" dirty="0">
                          <a:highlight>
                            <a:srgbClr val="99C3C7"/>
                          </a:highlight>
                        </a:rPr>
                        <a:t> My Goals </a:t>
                      </a: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Kepala</a:t>
                      </a:r>
                      <a:r>
                        <a:rPr lang="en-ID" sz="1100" dirty="0">
                          <a:highlight>
                            <a:srgbClr val="99C3C7"/>
                          </a:highlight>
                        </a:rPr>
                        <a:t> </a:t>
                      </a: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Sekolah</a:t>
                      </a:r>
                      <a:endParaRPr lang="en-ID" sz="1100" dirty="0">
                        <a:highlight>
                          <a:srgbClr val="99C3C7"/>
                        </a:highlight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>
                          <a:highlight>
                            <a:srgbClr val="FE4848"/>
                          </a:highlight>
                        </a:rPr>
                        <a:t>PPDB </a:t>
                      </a:r>
                      <a:r>
                        <a:rPr lang="en-ID" sz="1100" dirty="0" err="1">
                          <a:highlight>
                            <a:srgbClr val="FE4848"/>
                          </a:highlight>
                        </a:rPr>
                        <a:t>Eksternal</a:t>
                      </a:r>
                      <a:endParaRPr lang="en-ID" sz="1100" dirty="0">
                        <a:highlight>
                          <a:srgbClr val="FE4848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Penilaian</a:t>
                      </a:r>
                      <a:r>
                        <a:rPr lang="en-ID" sz="1100" dirty="0">
                          <a:highlight>
                            <a:srgbClr val="99C3C7"/>
                          </a:highlight>
                        </a:rPr>
                        <a:t> My Goals </a:t>
                      </a: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Kepala</a:t>
                      </a:r>
                      <a:r>
                        <a:rPr lang="en-ID" sz="1100" dirty="0">
                          <a:highlight>
                            <a:srgbClr val="99C3C7"/>
                          </a:highlight>
                        </a:rPr>
                        <a:t> </a:t>
                      </a: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Sekolah</a:t>
                      </a:r>
                      <a:endParaRPr lang="en-ID" sz="1100" dirty="0">
                        <a:highlight>
                          <a:srgbClr val="99C3C7"/>
                        </a:highlight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>
                          <a:highlight>
                            <a:srgbClr val="FE4848"/>
                          </a:highlight>
                        </a:rPr>
                        <a:t>PPDB </a:t>
                      </a:r>
                      <a:r>
                        <a:rPr lang="en-ID" sz="1100" dirty="0" err="1">
                          <a:highlight>
                            <a:srgbClr val="FE4848"/>
                          </a:highlight>
                        </a:rPr>
                        <a:t>Eksternal</a:t>
                      </a:r>
                      <a:endParaRPr lang="en-ID" sz="1100" dirty="0">
                        <a:highlight>
                          <a:srgbClr val="FE4848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15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Penilaian</a:t>
                      </a:r>
                      <a:r>
                        <a:rPr lang="en-ID" sz="1100" dirty="0">
                          <a:highlight>
                            <a:srgbClr val="99C3C7"/>
                          </a:highlight>
                        </a:rPr>
                        <a:t> My Goals </a:t>
                      </a: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Kepala</a:t>
                      </a:r>
                      <a:r>
                        <a:rPr lang="en-ID" sz="1100" dirty="0">
                          <a:highlight>
                            <a:srgbClr val="99C3C7"/>
                          </a:highlight>
                        </a:rPr>
                        <a:t> </a:t>
                      </a:r>
                      <a:r>
                        <a:rPr lang="en-ID" sz="1100" dirty="0" err="1">
                          <a:highlight>
                            <a:srgbClr val="99C3C7"/>
                          </a:highlight>
                        </a:rPr>
                        <a:t>Sekolah</a:t>
                      </a:r>
                      <a:endParaRPr lang="en-US" sz="1100" dirty="0">
                        <a:highlight>
                          <a:srgbClr val="99C3C7"/>
                        </a:highlight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>
                          <a:highlight>
                            <a:srgbClr val="FE4848"/>
                          </a:highlight>
                        </a:rPr>
                        <a:t>PPDB </a:t>
                      </a:r>
                      <a:r>
                        <a:rPr lang="en-ID" sz="1100" dirty="0" err="1">
                          <a:highlight>
                            <a:srgbClr val="FE4848"/>
                          </a:highlight>
                        </a:rPr>
                        <a:t>Eksternal</a:t>
                      </a:r>
                      <a:endParaRPr lang="en-ID" sz="1100" dirty="0">
                        <a:highlight>
                          <a:srgbClr val="FE4848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64702"/>
                  </a:ext>
                </a:extLst>
              </a:tr>
              <a:tr h="710169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16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17</a:t>
                      </a:r>
                    </a:p>
                    <a:p>
                      <a:r>
                        <a:rPr lang="en-US" sz="1000" dirty="0"/>
                        <a:t>Hari Raya </a:t>
                      </a:r>
                      <a:r>
                        <a:rPr lang="en-US" sz="1000" dirty="0" err="1"/>
                        <a:t>Idul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Adha</a:t>
                      </a:r>
                      <a:r>
                        <a:rPr lang="en-US" sz="1000" dirty="0"/>
                        <a:t> 1445 H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</a:t>
                      </a:r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19</a:t>
                      </a:r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20</a:t>
                      </a:r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 err="1"/>
                        <a:t>Penerimaan</a:t>
                      </a:r>
                      <a:r>
                        <a:rPr lang="en-ID" sz="1100" dirty="0"/>
                        <a:t> </a:t>
                      </a:r>
                      <a:r>
                        <a:rPr lang="en-ID" sz="1100" dirty="0" err="1"/>
                        <a:t>Rapor</a:t>
                      </a:r>
                      <a:r>
                        <a:rPr lang="en-ID" sz="1100" dirty="0"/>
                        <a:t> Semester 2</a:t>
                      </a:r>
                      <a:endParaRPr lang="en-US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dirty="0" err="1"/>
                        <a:t>Penerimaan</a:t>
                      </a:r>
                      <a:r>
                        <a:rPr lang="en-ID" sz="1100" dirty="0"/>
                        <a:t> </a:t>
                      </a:r>
                      <a:r>
                        <a:rPr lang="en-ID" sz="1100" dirty="0" err="1"/>
                        <a:t>Rapor</a:t>
                      </a:r>
                      <a:r>
                        <a:rPr lang="en-ID" sz="1100" dirty="0"/>
                        <a:t> Semester 2</a:t>
                      </a:r>
                      <a:endParaRPr lang="en-US" sz="11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766268"/>
                  </a:ext>
                </a:extLst>
              </a:tr>
              <a:tr h="94827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Libur</a:t>
                      </a:r>
                      <a:r>
                        <a:rPr lang="en-US" sz="1100" dirty="0"/>
                        <a:t> Semester 2</a:t>
                      </a:r>
                    </a:p>
                    <a:p>
                      <a:endParaRPr lang="en-US" sz="11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Libur</a:t>
                      </a:r>
                      <a:r>
                        <a:rPr lang="en-US" sz="1100" dirty="0"/>
                        <a:t> Semester 2</a:t>
                      </a:r>
                    </a:p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Libur</a:t>
                      </a:r>
                      <a:r>
                        <a:rPr lang="en-US" sz="1100" dirty="0"/>
                        <a:t> Semester 2</a:t>
                      </a:r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27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Libur</a:t>
                      </a:r>
                      <a:r>
                        <a:rPr lang="en-US" sz="1100" dirty="0"/>
                        <a:t> Semester 2</a:t>
                      </a:r>
                    </a:p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Libur</a:t>
                      </a:r>
                      <a:r>
                        <a:rPr lang="en-US" sz="1100" dirty="0"/>
                        <a:t> Semester 2</a:t>
                      </a:r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Libur</a:t>
                      </a:r>
                      <a:r>
                        <a:rPr lang="en-US" sz="1000" dirty="0"/>
                        <a:t> Semester 2</a:t>
                      </a:r>
                    </a:p>
                    <a:p>
                      <a:pPr marL="0" algn="l" defTabSz="685800" rtl="0" eaLnBrk="1" latinLnBrk="0" hangingPunct="1"/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50343"/>
                  </a:ext>
                </a:extLst>
              </a:tr>
              <a:tr h="8198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Corbel" panose="020B0503020204020204"/>
                          <a:ea typeface="+mn-ea"/>
                          <a:cs typeface="+mn-cs"/>
                        </a:rPr>
                        <a:t>1</a:t>
                      </a:r>
                      <a:endParaRPr lang="en-US" sz="1100" dirty="0"/>
                    </a:p>
                  </a:txBody>
                  <a:tcPr>
                    <a:solidFill>
                      <a:srgbClr val="EC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Corbel" panose="020B0503020204020204"/>
                          <a:ea typeface="+mn-ea"/>
                          <a:cs typeface="+mn-cs"/>
                        </a:rPr>
                        <a:t>2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CF2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Corbel" panose="020B0503020204020204"/>
                          <a:ea typeface="+mn-ea"/>
                          <a:cs typeface="+mn-cs"/>
                        </a:rPr>
                        <a:t>3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C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Corbel" panose="020B0503020204020204"/>
                          <a:ea typeface="+mn-ea"/>
                          <a:cs typeface="+mn-cs"/>
                        </a:rPr>
                        <a:t>4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CF2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Corbel" panose="020B0503020204020204"/>
                          <a:ea typeface="+mn-ea"/>
                          <a:cs typeface="+mn-cs"/>
                        </a:rPr>
                        <a:t>5</a:t>
                      </a:r>
                      <a:endParaRPr lang="en-US" sz="1100" kern="1200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CF2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Corbel" panose="020B0503020204020204"/>
                          <a:ea typeface="+mn-ea"/>
                          <a:cs typeface="+mn-cs"/>
                        </a:rPr>
                        <a:t>6</a:t>
                      </a:r>
                      <a:endParaRPr lang="en-US" sz="18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C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518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2458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 lang="en-US" smtClean="0"/>
              <a:t>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Kalender</a:t>
            </a:r>
            <a:r>
              <a:rPr lang="en-US" dirty="0"/>
              <a:t> Pendidikan YHMDC </a:t>
            </a:r>
            <a:r>
              <a:rPr lang="en-US" dirty="0" err="1"/>
              <a:t>Tahun</a:t>
            </a:r>
            <a:r>
              <a:rPr lang="en-US" dirty="0"/>
              <a:t> Pelajaran 2023/2024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14D245A-1F4C-FAAC-25EE-5D1B75FDAA12}"/>
              </a:ext>
            </a:extLst>
          </p:cNvPr>
          <p:cNvSpPr txBox="1">
            <a:spLocks/>
          </p:cNvSpPr>
          <p:nvPr/>
        </p:nvSpPr>
        <p:spPr>
          <a:xfrm>
            <a:off x="2346960" y="44624"/>
            <a:ext cx="7520940" cy="548640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4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b="1" dirty="0" err="1"/>
              <a:t>Juli</a:t>
            </a:r>
            <a:r>
              <a:rPr lang="en-ID" b="1" dirty="0"/>
              <a:t> 2024</a:t>
            </a:r>
            <a:endParaRPr lang="en-US" b="1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DFB1B7-EEC6-6D2C-AC94-8D0E7CF2F9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76695"/>
              </p:ext>
            </p:extLst>
          </p:nvPr>
        </p:nvGraphicFramePr>
        <p:xfrm>
          <a:off x="599090" y="620689"/>
          <a:ext cx="11014843" cy="495206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73549">
                  <a:extLst>
                    <a:ext uri="{9D8B030D-6E8A-4147-A177-3AD203B41FA5}">
                      <a16:colId xmlns:a16="http://schemas.microsoft.com/office/drawing/2014/main" val="3208766093"/>
                    </a:ext>
                  </a:extLst>
                </a:gridCol>
                <a:gridCol w="1573549">
                  <a:extLst>
                    <a:ext uri="{9D8B030D-6E8A-4147-A177-3AD203B41FA5}">
                      <a16:colId xmlns:a16="http://schemas.microsoft.com/office/drawing/2014/main" val="4046973630"/>
                    </a:ext>
                  </a:extLst>
                </a:gridCol>
                <a:gridCol w="1573549">
                  <a:extLst>
                    <a:ext uri="{9D8B030D-6E8A-4147-A177-3AD203B41FA5}">
                      <a16:colId xmlns:a16="http://schemas.microsoft.com/office/drawing/2014/main" val="2683676925"/>
                    </a:ext>
                  </a:extLst>
                </a:gridCol>
                <a:gridCol w="1573549">
                  <a:extLst>
                    <a:ext uri="{9D8B030D-6E8A-4147-A177-3AD203B41FA5}">
                      <a16:colId xmlns:a16="http://schemas.microsoft.com/office/drawing/2014/main" val="2359708642"/>
                    </a:ext>
                  </a:extLst>
                </a:gridCol>
                <a:gridCol w="1573549">
                  <a:extLst>
                    <a:ext uri="{9D8B030D-6E8A-4147-A177-3AD203B41FA5}">
                      <a16:colId xmlns:a16="http://schemas.microsoft.com/office/drawing/2014/main" val="835579556"/>
                    </a:ext>
                  </a:extLst>
                </a:gridCol>
                <a:gridCol w="1573549">
                  <a:extLst>
                    <a:ext uri="{9D8B030D-6E8A-4147-A177-3AD203B41FA5}">
                      <a16:colId xmlns:a16="http://schemas.microsoft.com/office/drawing/2014/main" val="1970674259"/>
                    </a:ext>
                  </a:extLst>
                </a:gridCol>
                <a:gridCol w="1573549">
                  <a:extLst>
                    <a:ext uri="{9D8B030D-6E8A-4147-A177-3AD203B41FA5}">
                      <a16:colId xmlns:a16="http://schemas.microsoft.com/office/drawing/2014/main" val="2457941480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rgbClr val="FF0000"/>
                          </a:solidFill>
                        </a:rPr>
                        <a:t>Minggu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Senin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Selasa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Rabu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Kamis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Jum’at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Sabtu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164279"/>
                  </a:ext>
                </a:extLst>
              </a:tr>
              <a:tr h="893697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FE7676"/>
                          </a:solidFill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Libur</a:t>
                      </a:r>
                      <a:r>
                        <a:rPr lang="en-US" sz="1000" dirty="0"/>
                        <a:t> Semester 2</a:t>
                      </a:r>
                    </a:p>
                    <a:p>
                      <a:pPr marL="0" algn="l" defTabSz="685800" rtl="0" eaLnBrk="1" latinLnBrk="0" hangingPunct="1"/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Libur</a:t>
                      </a:r>
                      <a:r>
                        <a:rPr lang="en-US" sz="1000" dirty="0"/>
                        <a:t> Semester 2</a:t>
                      </a:r>
                    </a:p>
                    <a:p>
                      <a:pPr marL="0" algn="l" defTabSz="685800" rtl="0" eaLnBrk="1" latinLnBrk="0" hangingPunct="1"/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Libur</a:t>
                      </a:r>
                      <a:r>
                        <a:rPr lang="en-US" sz="1000" dirty="0"/>
                        <a:t> Semester 2</a:t>
                      </a:r>
                    </a:p>
                    <a:p>
                      <a:pPr marL="0" algn="l" defTabSz="685800" rtl="0" eaLnBrk="1" latinLnBrk="0" hangingPunct="1"/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Libur</a:t>
                      </a:r>
                      <a:r>
                        <a:rPr lang="en-US" sz="1000" dirty="0"/>
                        <a:t> Semester 2</a:t>
                      </a:r>
                    </a:p>
                    <a:p>
                      <a:pPr marL="0" algn="l" defTabSz="685800" rtl="0" eaLnBrk="1" latinLnBrk="0" hangingPunct="1"/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Libur</a:t>
                      </a:r>
                      <a:r>
                        <a:rPr lang="en-US" sz="1000" dirty="0"/>
                        <a:t> Semester 2</a:t>
                      </a:r>
                    </a:p>
                    <a:p>
                      <a:pPr marL="0" algn="l" defTabSz="685800" rtl="0" eaLnBrk="1" latinLnBrk="0" hangingPunct="1"/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Libur</a:t>
                      </a:r>
                      <a:r>
                        <a:rPr lang="en-US" sz="1100" dirty="0"/>
                        <a:t> Semester 2</a:t>
                      </a:r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967400"/>
                  </a:ext>
                </a:extLst>
              </a:tr>
              <a:tr h="893697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/>
                        <a:t>Tahun</a:t>
                      </a:r>
                      <a:r>
                        <a:rPr lang="en-US" sz="1100" dirty="0"/>
                        <a:t> </a:t>
                      </a:r>
                      <a:r>
                        <a:rPr lang="en-US" sz="1100" dirty="0" err="1"/>
                        <a:t>Baru</a:t>
                      </a:r>
                      <a:r>
                        <a:rPr lang="en-US" sz="1100" dirty="0"/>
                        <a:t> Islam 1 Muharram 1446 H</a:t>
                      </a:r>
                    </a:p>
                    <a:p>
                      <a:endParaRPr lang="en-ID" sz="11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Rapat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persiapan</a:t>
                      </a:r>
                      <a:r>
                        <a:rPr lang="en-US" sz="1000" dirty="0"/>
                        <a:t> TA 2024/2025</a:t>
                      </a:r>
                    </a:p>
                    <a:p>
                      <a:endParaRPr lang="en-ID" sz="1000" dirty="0"/>
                    </a:p>
                  </a:txBody>
                  <a:tcPr>
                    <a:solidFill>
                      <a:srgbClr val="BC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10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Rapat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persiapan</a:t>
                      </a:r>
                      <a:r>
                        <a:rPr lang="en-US" sz="1000" dirty="0"/>
                        <a:t> TA 2024/2025</a:t>
                      </a:r>
                    </a:p>
                    <a:p>
                      <a:endParaRPr lang="en-ID" sz="1000" dirty="0"/>
                    </a:p>
                  </a:txBody>
                  <a:tcPr>
                    <a:solidFill>
                      <a:srgbClr val="BC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11</a:t>
                      </a:r>
                    </a:p>
                    <a:p>
                      <a:r>
                        <a:rPr lang="en-ID" sz="1000" dirty="0"/>
                        <a:t>Hari </a:t>
                      </a:r>
                      <a:r>
                        <a:rPr lang="en-ID" sz="1000" dirty="0" err="1"/>
                        <a:t>pertama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masuk</a:t>
                      </a:r>
                      <a:r>
                        <a:rPr lang="en-ID" sz="1000" dirty="0"/>
                        <a:t> </a:t>
                      </a:r>
                      <a:r>
                        <a:rPr lang="en-ID" sz="1000" dirty="0" err="1"/>
                        <a:t>sekolah</a:t>
                      </a:r>
                      <a:r>
                        <a:rPr lang="en-ID" sz="1000" dirty="0"/>
                        <a:t> Semester 1</a:t>
                      </a:r>
                    </a:p>
                    <a:p>
                      <a:r>
                        <a:rPr lang="en-ID" sz="1000" dirty="0"/>
                        <a:t>MPLS</a:t>
                      </a:r>
                      <a:endParaRPr lang="en-US" sz="12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MPLS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  <a:p>
                      <a:endParaRPr lang="en-US" sz="1400" dirty="0"/>
                    </a:p>
                  </a:txBody>
                  <a:tcPr>
                    <a:gradFill>
                      <a:gsLst>
                        <a:gs pos="0">
                          <a:schemeClr val="bg1"/>
                        </a:gs>
                        <a:gs pos="43000">
                          <a:schemeClr val="accent6">
                            <a:lumMod val="40000"/>
                            <a:lumOff val="60000"/>
                          </a:schemeClr>
                        </a:gs>
                        <a:gs pos="100000">
                          <a:srgbClr val="00B050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/>
                        <a:t>MPLS</a:t>
                      </a:r>
                    </a:p>
                    <a:p>
                      <a:endParaRPr lang="en-US" sz="1000" dirty="0"/>
                    </a:p>
                    <a:p>
                      <a:endParaRPr lang="en-US" sz="1400" dirty="0"/>
                    </a:p>
                  </a:txBody>
                  <a:tcPr>
                    <a:gradFill>
                      <a:gsLst>
                        <a:gs pos="0">
                          <a:schemeClr val="bg1"/>
                        </a:gs>
                        <a:gs pos="43000">
                          <a:schemeClr val="accent6">
                            <a:lumMod val="40000"/>
                            <a:lumOff val="60000"/>
                          </a:schemeClr>
                        </a:gs>
                        <a:gs pos="100000">
                          <a:srgbClr val="00B050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658031225"/>
                  </a:ext>
                </a:extLst>
              </a:tr>
              <a:tr h="78735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15</a:t>
                      </a:r>
                      <a:br>
                        <a:rPr lang="en-US" dirty="0"/>
                      </a:br>
                      <a:endParaRPr lang="en-ID" sz="1100" dirty="0"/>
                    </a:p>
                  </a:txBody>
                  <a:tcPr>
                    <a:solidFill>
                      <a:srgbClr val="D7E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</a:t>
                      </a:r>
                    </a:p>
                    <a:p>
                      <a:endParaRPr lang="en-US" sz="1100" dirty="0"/>
                    </a:p>
                  </a:txBody>
                  <a:tcPr>
                    <a:solidFill>
                      <a:srgbClr val="D7E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17</a:t>
                      </a:r>
                    </a:p>
                    <a:p>
                      <a:endParaRPr lang="en-US" sz="1100" dirty="0"/>
                    </a:p>
                  </a:txBody>
                  <a:tcPr>
                    <a:solidFill>
                      <a:srgbClr val="D7E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</a:t>
                      </a:r>
                    </a:p>
                  </a:txBody>
                  <a:tcPr>
                    <a:solidFill>
                      <a:srgbClr val="D7E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7E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/>
                        <a:t>20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endParaRPr lang="en-US" sz="1100" dirty="0"/>
                    </a:p>
                  </a:txBody>
                  <a:tcPr>
                    <a:solidFill>
                      <a:srgbClr val="D7E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64702"/>
                  </a:ext>
                </a:extLst>
              </a:tr>
              <a:tr h="1026173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  <a:p>
                      <a:pPr marL="0" algn="l" defTabSz="914400" rtl="0" eaLnBrk="1" latinLnBrk="0" hangingPunct="1"/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CF2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25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27</a:t>
                      </a:r>
                    </a:p>
                    <a:p>
                      <a:endParaRPr lang="en-US" sz="1050" dirty="0"/>
                    </a:p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766268"/>
                  </a:ext>
                </a:extLst>
              </a:tr>
              <a:tr h="919095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80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50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3565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Ecology 16x9">
  <a:themeElements>
    <a:clrScheme name="Ecology">
      <a:dk1>
        <a:srgbClr val="4D3E2F"/>
      </a:dk1>
      <a:lt1>
        <a:sysClr val="window" lastClr="FFFFFF"/>
      </a:lt1>
      <a:dk2>
        <a:srgbClr val="000000"/>
      </a:dk2>
      <a:lt2>
        <a:srgbClr val="DDDDDD"/>
      </a:lt2>
      <a:accent1>
        <a:srgbClr val="8BAA00"/>
      </a:accent1>
      <a:accent2>
        <a:srgbClr val="2A6CB2"/>
      </a:accent2>
      <a:accent3>
        <a:srgbClr val="795837"/>
      </a:accent3>
      <a:accent4>
        <a:srgbClr val="D18316"/>
      </a:accent4>
      <a:accent5>
        <a:srgbClr val="79B4F0"/>
      </a:accent5>
      <a:accent6>
        <a:srgbClr val="CDC80F"/>
      </a:accent6>
      <a:hlink>
        <a:srgbClr val="2A6CB2"/>
      </a:hlink>
      <a:folHlink>
        <a:srgbClr val="808080"/>
      </a:folHlink>
    </a:clrScheme>
    <a:fontScheme name="Corbel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ture ecology education photo presentation.potx" id="{C2041BFC-79DD-469A-9C9C-CE3A45FF64F3}" vid="{F6D325B2-35D9-40C5-B4CD-C0A8483D5659}"/>
    </a:ext>
  </a:extLst>
</a:theme>
</file>

<file path=ppt/theme/theme2.xml><?xml version="1.0" encoding="utf-8"?>
<a:theme xmlns:a="http://schemas.openxmlformats.org/drawingml/2006/main" name="Office Theme">
  <a:themeElements>
    <a:clrScheme name="Ecology">
      <a:dk1>
        <a:srgbClr val="4D3E2F"/>
      </a:dk1>
      <a:lt1>
        <a:sysClr val="window" lastClr="FFFFFF"/>
      </a:lt1>
      <a:dk2>
        <a:srgbClr val="000000"/>
      </a:dk2>
      <a:lt2>
        <a:srgbClr val="DDDDDD"/>
      </a:lt2>
      <a:accent1>
        <a:srgbClr val="8BAA00"/>
      </a:accent1>
      <a:accent2>
        <a:srgbClr val="2A6CB2"/>
      </a:accent2>
      <a:accent3>
        <a:srgbClr val="795837"/>
      </a:accent3>
      <a:accent4>
        <a:srgbClr val="D18316"/>
      </a:accent4>
      <a:accent5>
        <a:srgbClr val="79B4F0"/>
      </a:accent5>
      <a:accent6>
        <a:srgbClr val="CDC80F"/>
      </a:accent6>
      <a:hlink>
        <a:srgbClr val="2A6CB2"/>
      </a:hlink>
      <a:folHlink>
        <a:srgbClr val="808080"/>
      </a:folHlink>
    </a:clrScheme>
    <a:fontScheme name="Corbel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cology">
      <a:dk1>
        <a:srgbClr val="4D3E2F"/>
      </a:dk1>
      <a:lt1>
        <a:sysClr val="window" lastClr="FFFFFF"/>
      </a:lt1>
      <a:dk2>
        <a:srgbClr val="000000"/>
      </a:dk2>
      <a:lt2>
        <a:srgbClr val="DDDDDD"/>
      </a:lt2>
      <a:accent1>
        <a:srgbClr val="8BAA00"/>
      </a:accent1>
      <a:accent2>
        <a:srgbClr val="2A6CB2"/>
      </a:accent2>
      <a:accent3>
        <a:srgbClr val="795837"/>
      </a:accent3>
      <a:accent4>
        <a:srgbClr val="D18316"/>
      </a:accent4>
      <a:accent5>
        <a:srgbClr val="79B4F0"/>
      </a:accent5>
      <a:accent6>
        <a:srgbClr val="CDC80F"/>
      </a:accent6>
      <a:hlink>
        <a:srgbClr val="2A6CB2"/>
      </a:hlink>
      <a:folHlink>
        <a:srgbClr val="808080"/>
      </a:folHlink>
    </a:clrScheme>
    <a:fontScheme name="Corbel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{31C7D52B-BF42-4BC1-BFE2-4651B82EF33E}tf03098889_win32</Template>
  <TotalTime>950</TotalTime>
  <Words>1804</Words>
  <Application>Microsoft Office PowerPoint</Application>
  <PresentationFormat>Widescreen</PresentationFormat>
  <Paragraphs>919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Corbel</vt:lpstr>
      <vt:lpstr>Ecology 16x9</vt:lpstr>
      <vt:lpstr>Kalender Pendidikan  YHMDC</vt:lpstr>
      <vt:lpstr>PowerPoint Presentation</vt:lpstr>
      <vt:lpstr>Agustus 2023</vt:lpstr>
      <vt:lpstr>PowerPoint Presentation</vt:lpstr>
      <vt:lpstr>Oktober 2023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ROHMAT NURDIANTO (CRGL-THIRDPARTY.COM)</dc:creator>
  <cp:lastModifiedBy>ROHMAT NURDIANTO (CRGL-THIRDPARTY.COM)</cp:lastModifiedBy>
  <cp:revision>1</cp:revision>
  <dcterms:created xsi:type="dcterms:W3CDTF">2023-07-15T05:27:02Z</dcterms:created>
  <dcterms:modified xsi:type="dcterms:W3CDTF">2023-07-25T08:08:42Z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